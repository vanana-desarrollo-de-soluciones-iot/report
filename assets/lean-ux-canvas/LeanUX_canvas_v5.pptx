
<file path=[Content_Types].xml><?xml version="1.0" encoding="utf-8"?>
<Types xmlns="http://schemas.openxmlformats.org/package/2006/content-types">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5"/>
  </p:handoutMasterIdLst>
  <p:sldIdLst>
    <p:sldId id="281" r:id="rId2"/>
    <p:sldId id="283" r:id="rId3"/>
  </p:sldIdLst>
  <p:sldSz cx="15544800" cy="10058400"/>
  <p:notesSz cx="9601200" cy="15087600"/>
  <p:defaultTextStyle>
    <a:defPPr>
      <a:defRPr lang="en-US"/>
    </a:defPPr>
    <a:lvl1pPr algn="l" rtl="0" fontAlgn="base">
      <a:spcBef>
        <a:spcPct val="0"/>
      </a:spcBef>
      <a:spcAft>
        <a:spcPct val="0"/>
      </a:spcAft>
      <a:defRPr sz="2900" kern="1200">
        <a:solidFill>
          <a:schemeClr val="tx1"/>
        </a:solidFill>
        <a:latin typeface="Arial" panose="020B0604020202020204" pitchFamily="34" charset="0"/>
        <a:ea typeface="MS PGothic" charset="0"/>
        <a:cs typeface="MS PGothic" charset="0"/>
      </a:defRPr>
    </a:lvl1pPr>
    <a:lvl2pPr marL="457200" algn="l" rtl="0" fontAlgn="base">
      <a:spcBef>
        <a:spcPct val="0"/>
      </a:spcBef>
      <a:spcAft>
        <a:spcPct val="0"/>
      </a:spcAft>
      <a:defRPr sz="2900" kern="1200">
        <a:solidFill>
          <a:schemeClr val="tx1"/>
        </a:solidFill>
        <a:latin typeface="Arial" panose="020B0604020202020204" pitchFamily="34" charset="0"/>
        <a:ea typeface="MS PGothic" charset="0"/>
        <a:cs typeface="MS PGothic" charset="0"/>
      </a:defRPr>
    </a:lvl2pPr>
    <a:lvl3pPr marL="914400" algn="l" rtl="0" fontAlgn="base">
      <a:spcBef>
        <a:spcPct val="0"/>
      </a:spcBef>
      <a:spcAft>
        <a:spcPct val="0"/>
      </a:spcAft>
      <a:defRPr sz="2900" kern="1200">
        <a:solidFill>
          <a:schemeClr val="tx1"/>
        </a:solidFill>
        <a:latin typeface="Arial" panose="020B0604020202020204" pitchFamily="34" charset="0"/>
        <a:ea typeface="MS PGothic" charset="0"/>
        <a:cs typeface="MS PGothic" charset="0"/>
      </a:defRPr>
    </a:lvl3pPr>
    <a:lvl4pPr marL="1371600" algn="l" rtl="0" fontAlgn="base">
      <a:spcBef>
        <a:spcPct val="0"/>
      </a:spcBef>
      <a:spcAft>
        <a:spcPct val="0"/>
      </a:spcAft>
      <a:defRPr sz="2900" kern="1200">
        <a:solidFill>
          <a:schemeClr val="tx1"/>
        </a:solidFill>
        <a:latin typeface="Arial" panose="020B0604020202020204" pitchFamily="34" charset="0"/>
        <a:ea typeface="MS PGothic" charset="0"/>
        <a:cs typeface="MS PGothic" charset="0"/>
      </a:defRPr>
    </a:lvl4pPr>
    <a:lvl5pPr marL="1828800" algn="l" rtl="0" fontAlgn="base">
      <a:spcBef>
        <a:spcPct val="0"/>
      </a:spcBef>
      <a:spcAft>
        <a:spcPct val="0"/>
      </a:spcAft>
      <a:defRPr sz="2900" kern="1200">
        <a:solidFill>
          <a:schemeClr val="tx1"/>
        </a:solidFill>
        <a:latin typeface="Arial" panose="020B0604020202020204" pitchFamily="34" charset="0"/>
        <a:ea typeface="MS PGothic" charset="0"/>
        <a:cs typeface="MS PGothic" charset="0"/>
      </a:defRPr>
    </a:lvl5pPr>
    <a:lvl6pPr marL="2286000" algn="l" defTabSz="457200" rtl="0" eaLnBrk="1" latinLnBrk="0" hangingPunct="1">
      <a:defRPr sz="2900" kern="1200">
        <a:solidFill>
          <a:schemeClr val="tx1"/>
        </a:solidFill>
        <a:latin typeface="Arial" panose="020B0604020202020204" pitchFamily="34" charset="0"/>
        <a:ea typeface="MS PGothic" charset="0"/>
        <a:cs typeface="MS PGothic" charset="0"/>
      </a:defRPr>
    </a:lvl6pPr>
    <a:lvl7pPr marL="2743200" algn="l" defTabSz="457200" rtl="0" eaLnBrk="1" latinLnBrk="0" hangingPunct="1">
      <a:defRPr sz="2900" kern="1200">
        <a:solidFill>
          <a:schemeClr val="tx1"/>
        </a:solidFill>
        <a:latin typeface="Arial" panose="020B0604020202020204" pitchFamily="34" charset="0"/>
        <a:ea typeface="MS PGothic" charset="0"/>
        <a:cs typeface="MS PGothic" charset="0"/>
      </a:defRPr>
    </a:lvl7pPr>
    <a:lvl8pPr marL="3200400" algn="l" defTabSz="457200" rtl="0" eaLnBrk="1" latinLnBrk="0" hangingPunct="1">
      <a:defRPr sz="2900" kern="1200">
        <a:solidFill>
          <a:schemeClr val="tx1"/>
        </a:solidFill>
        <a:latin typeface="Arial" panose="020B0604020202020204" pitchFamily="34" charset="0"/>
        <a:ea typeface="MS PGothic" charset="0"/>
        <a:cs typeface="MS PGothic" charset="0"/>
      </a:defRPr>
    </a:lvl8pPr>
    <a:lvl9pPr marL="3657600" algn="l" defTabSz="457200" rtl="0" eaLnBrk="1" latinLnBrk="0" hangingPunct="1">
      <a:defRPr sz="2900" kern="1200">
        <a:solidFill>
          <a:schemeClr val="tx1"/>
        </a:solidFill>
        <a:latin typeface="Arial" panose="020B0604020202020204" pitchFamily="34" charset="0"/>
        <a:ea typeface="MS PGothic" charset="0"/>
        <a:cs typeface="MS PGothic" charset="0"/>
      </a:defRPr>
    </a:lvl9pPr>
  </p:defaultTextStyle>
  <p:extLst>
    <p:ext uri="{EFAFB233-063F-42B5-8137-9DF3F51BA10A}">
      <p15:sldGuideLst xmlns:p15="http://schemas.microsoft.com/office/powerpoint/2012/main">
        <p15:guide id="1" orient="horz" pos="3144">
          <p15:clr>
            <a:srgbClr val="A4A3A4"/>
          </p15:clr>
        </p15:guide>
        <p15:guide id="2" pos="1872">
          <p15:clr>
            <a:srgbClr val="A4A3A4"/>
          </p15:clr>
        </p15:guide>
        <p15:guide id="3" orient="horz" pos="1392">
          <p15:clr>
            <a:srgbClr val="A4A3A4"/>
          </p15:clr>
        </p15:guide>
        <p15:guide id="4" orient="horz" pos="5136">
          <p15:clr>
            <a:srgbClr val="A4A3A4"/>
          </p15:clr>
        </p15:guide>
        <p15:guide id="5" pos="4608">
          <p15:clr>
            <a:srgbClr val="A4A3A4"/>
          </p15:clr>
        </p15:guide>
        <p15:guide id="6" pos="7392">
          <p15:clr>
            <a:srgbClr val="A4A3A4"/>
          </p15:clr>
        </p15:guide>
      </p15:sldGuideLst>
    </p:ext>
    <p:ext uri="{2D200454-40CA-4A62-9FC3-DE9A4176ACB9}">
      <p15:notesGuideLst xmlns:p15="http://schemas.microsoft.com/office/powerpoint/2012/main">
        <p15:guide id="1" orient="horz" pos="4716">
          <p15:clr>
            <a:srgbClr val="A4A3A4"/>
          </p15:clr>
        </p15:guide>
        <p15:guide id="2" pos="302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clrMru>
    <a:srgbClr val="800080"/>
    <a:srgbClr val="FF6600"/>
    <a:srgbClr val="394C88"/>
    <a:srgbClr val="FF6666"/>
    <a:srgbClr val="FBBF85"/>
    <a:srgbClr val="F75200"/>
    <a:srgbClr val="F87F2D"/>
    <a:srgbClr val="77A0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854"/>
    <p:restoredTop sz="94682"/>
  </p:normalViewPr>
  <p:slideViewPr>
    <p:cSldViewPr snapToObjects="1" showGuides="1">
      <p:cViewPr varScale="1">
        <p:scale>
          <a:sx n="106" d="100"/>
          <a:sy n="106" d="100"/>
        </p:scale>
        <p:origin x="2000" y="40"/>
      </p:cViewPr>
      <p:guideLst>
        <p:guide orient="horz" pos="3144"/>
        <p:guide pos="1872"/>
        <p:guide orient="horz" pos="1392"/>
        <p:guide orient="horz" pos="5136"/>
        <p:guide pos="4608"/>
        <p:guide pos="7392"/>
      </p:guideLst>
    </p:cSldViewPr>
  </p:slideViewPr>
  <p:notesTextViewPr>
    <p:cViewPr>
      <p:scale>
        <a:sx n="100" d="100"/>
        <a:sy n="100" d="100"/>
      </p:scale>
      <p:origin x="0" y="0"/>
    </p:cViewPr>
  </p:notesTextViewPr>
  <p:sorterViewPr>
    <p:cViewPr>
      <p:scale>
        <a:sx n="66" d="100"/>
        <a:sy n="66" d="100"/>
      </p:scale>
      <p:origin x="0" y="0"/>
    </p:cViewPr>
  </p:sorterViewPr>
  <p:notesViewPr>
    <p:cSldViewPr snapToObjects="1" showGuides="1">
      <p:cViewPr varScale="1">
        <p:scale>
          <a:sx n="48" d="100"/>
          <a:sy n="48" d="100"/>
        </p:scale>
        <p:origin x="-3560" y="-144"/>
      </p:cViewPr>
      <p:guideLst>
        <p:guide orient="horz" pos="4716"/>
        <p:guide pos="3024"/>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handoutMaster" Target="handoutMasters/handoutMaster1.xml"/><Relationship Id="rId4" Type="http://schemas.openxmlformats.org/officeDocument/2006/relationships/notesMaster" Target="notesMasters/notesMaster1.xml"/><Relationship Id="rId9"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160838" cy="754063"/>
          </a:xfrm>
          <a:prstGeom prst="rect">
            <a:avLst/>
          </a:prstGeom>
        </p:spPr>
        <p:txBody>
          <a:bodyPr vert="horz" wrap="square" lIns="133448" tIns="66724" rIns="133448" bIns="66724" numCol="1" anchor="t" anchorCtr="0" compatLnSpc="1"/>
          <a:lstStyle>
            <a:lvl1pPr>
              <a:defRPr sz="1800">
                <a:latin typeface="Arial" panose="020B0604020202020204" pitchFamily="34" charset="0"/>
                <a:ea typeface="+mn-ea"/>
                <a:cs typeface="+mn-cs"/>
              </a:defRPr>
            </a:lvl1pPr>
          </a:lstStyle>
          <a:p>
            <a:pPr>
              <a:defRPr/>
            </a:pPr>
            <a:endParaRPr lang="en-US"/>
          </a:p>
        </p:txBody>
      </p:sp>
      <p:sp>
        <p:nvSpPr>
          <p:cNvPr id="3" name="Date Placeholder 2"/>
          <p:cNvSpPr>
            <a:spLocks noGrp="1"/>
          </p:cNvSpPr>
          <p:nvPr>
            <p:ph type="dt" sz="quarter" idx="1"/>
          </p:nvPr>
        </p:nvSpPr>
        <p:spPr>
          <a:xfrm>
            <a:off x="5438775" y="0"/>
            <a:ext cx="4160838" cy="754063"/>
          </a:xfrm>
          <a:prstGeom prst="rect">
            <a:avLst/>
          </a:prstGeom>
        </p:spPr>
        <p:txBody>
          <a:bodyPr vert="horz" wrap="square" lIns="133448" tIns="66724" rIns="133448" bIns="66724" numCol="1" anchor="t" anchorCtr="0" compatLnSpc="1"/>
          <a:lstStyle>
            <a:lvl1pPr algn="r">
              <a:defRPr sz="1800"/>
            </a:lvl1pPr>
          </a:lstStyle>
          <a:p>
            <a:pPr>
              <a:defRPr/>
            </a:pPr>
            <a:fld id="{BEF62087-7C23-DC41-B342-1D91C88102BC}" type="datetime1">
              <a:rPr lang="en-US"/>
              <a:t>4/4/2026</a:t>
            </a:fld>
            <a:endParaRPr lang="en-US"/>
          </a:p>
        </p:txBody>
      </p:sp>
      <p:sp>
        <p:nvSpPr>
          <p:cNvPr id="4" name="Footer Placeholder 3"/>
          <p:cNvSpPr>
            <a:spLocks noGrp="1"/>
          </p:cNvSpPr>
          <p:nvPr>
            <p:ph type="ftr" sz="quarter" idx="2"/>
          </p:nvPr>
        </p:nvSpPr>
        <p:spPr>
          <a:xfrm>
            <a:off x="0" y="14331950"/>
            <a:ext cx="4160838" cy="752475"/>
          </a:xfrm>
          <a:prstGeom prst="rect">
            <a:avLst/>
          </a:prstGeom>
        </p:spPr>
        <p:txBody>
          <a:bodyPr vert="horz" wrap="square" lIns="133448" tIns="66724" rIns="133448" bIns="66724" numCol="1" anchor="b" anchorCtr="0" compatLnSpc="1"/>
          <a:lstStyle>
            <a:lvl1pPr>
              <a:defRPr sz="1800">
                <a:latin typeface="Arial" panose="020B0604020202020204" pitchFamily="34" charset="0"/>
                <a:ea typeface="+mn-ea"/>
                <a:cs typeface="+mn-cs"/>
              </a:defRPr>
            </a:lvl1pPr>
          </a:lstStyle>
          <a:p>
            <a:pPr>
              <a:defRPr/>
            </a:pPr>
            <a:endParaRPr lang="en-US"/>
          </a:p>
        </p:txBody>
      </p:sp>
      <p:sp>
        <p:nvSpPr>
          <p:cNvPr id="5" name="Slide Number Placeholder 4"/>
          <p:cNvSpPr>
            <a:spLocks noGrp="1"/>
          </p:cNvSpPr>
          <p:nvPr>
            <p:ph type="sldNum" sz="quarter" idx="3"/>
          </p:nvPr>
        </p:nvSpPr>
        <p:spPr>
          <a:xfrm>
            <a:off x="5438775" y="14331950"/>
            <a:ext cx="4160838" cy="752475"/>
          </a:xfrm>
          <a:prstGeom prst="rect">
            <a:avLst/>
          </a:prstGeom>
        </p:spPr>
        <p:txBody>
          <a:bodyPr vert="horz" wrap="square" lIns="133448" tIns="66724" rIns="133448" bIns="66724" numCol="1" anchor="b" anchorCtr="0" compatLnSpc="1"/>
          <a:lstStyle>
            <a:lvl1pPr algn="r">
              <a:defRPr sz="1800"/>
            </a:lvl1pPr>
          </a:lstStyle>
          <a:p>
            <a:pPr>
              <a:defRPr/>
            </a:pPr>
            <a:fld id="{96A0A922-1324-F24F-B26C-E6A73BEAD849}" type="slidenum">
              <a:rPr lang="en-US"/>
              <a:t>‹Nº›</a:t>
            </a:fld>
            <a:endParaRPr 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0" y="0"/>
            <a:ext cx="4160838" cy="754063"/>
          </a:xfrm>
          <a:prstGeom prst="rect">
            <a:avLst/>
          </a:prstGeom>
          <a:noFill/>
          <a:ln w="9525">
            <a:noFill/>
            <a:miter lim="800000"/>
          </a:ln>
          <a:effectLst/>
        </p:spPr>
        <p:txBody>
          <a:bodyPr vert="horz" wrap="square" lIns="141067" tIns="70534" rIns="141067" bIns="70534" numCol="1" anchor="t" anchorCtr="0" compatLnSpc="1"/>
          <a:lstStyle>
            <a:lvl1pPr defTabSz="1409700">
              <a:defRPr sz="1900">
                <a:latin typeface="Arial" panose="020B0604020202020204" pitchFamily="34" charset="0"/>
                <a:ea typeface="+mn-ea"/>
                <a:cs typeface="+mn-cs"/>
              </a:defRPr>
            </a:lvl1pPr>
          </a:lstStyle>
          <a:p>
            <a:pPr>
              <a:defRPr/>
            </a:pPr>
            <a:endParaRPr lang="en-US"/>
          </a:p>
        </p:txBody>
      </p:sp>
      <p:sp>
        <p:nvSpPr>
          <p:cNvPr id="3075" name="Rectangle 3"/>
          <p:cNvSpPr>
            <a:spLocks noGrp="1" noChangeArrowheads="1"/>
          </p:cNvSpPr>
          <p:nvPr>
            <p:ph type="dt" idx="1"/>
          </p:nvPr>
        </p:nvSpPr>
        <p:spPr bwMode="auto">
          <a:xfrm>
            <a:off x="5438775" y="0"/>
            <a:ext cx="4160838" cy="754063"/>
          </a:xfrm>
          <a:prstGeom prst="rect">
            <a:avLst/>
          </a:prstGeom>
          <a:noFill/>
          <a:ln w="9525">
            <a:noFill/>
            <a:miter lim="800000"/>
          </a:ln>
          <a:effectLst/>
        </p:spPr>
        <p:txBody>
          <a:bodyPr vert="horz" wrap="square" lIns="141067" tIns="70534" rIns="141067" bIns="70534" numCol="1" anchor="t" anchorCtr="0" compatLnSpc="1"/>
          <a:lstStyle>
            <a:lvl1pPr algn="r" defTabSz="1409700">
              <a:defRPr sz="1900">
                <a:latin typeface="Arial" panose="020B0604020202020204" pitchFamily="34" charset="0"/>
                <a:ea typeface="+mn-ea"/>
                <a:cs typeface="+mn-cs"/>
              </a:defRPr>
            </a:lvl1pPr>
          </a:lstStyle>
          <a:p>
            <a:pPr>
              <a:defRPr/>
            </a:pPr>
            <a:endParaRPr lang="en-US"/>
          </a:p>
        </p:txBody>
      </p:sp>
      <p:sp>
        <p:nvSpPr>
          <p:cNvPr id="14340" name="Rectangle 4"/>
          <p:cNvSpPr>
            <a:spLocks noGrp="1" noRot="1" noChangeAspect="1" noChangeArrowheads="1" noTextEdit="1"/>
          </p:cNvSpPr>
          <p:nvPr>
            <p:ph type="sldImg" idx="2"/>
          </p:nvPr>
        </p:nvSpPr>
        <p:spPr bwMode="auto">
          <a:xfrm>
            <a:off x="428625" y="1131888"/>
            <a:ext cx="8742363" cy="5657850"/>
          </a:xfrm>
          <a:prstGeom prst="rect">
            <a:avLst/>
          </a:prstGeom>
          <a:noFill/>
          <a:ln w="9525">
            <a:solidFill>
              <a:srgbClr val="000000"/>
            </a:solidFill>
            <a:miter lim="800000"/>
          </a:ln>
        </p:spPr>
      </p:sp>
      <p:sp>
        <p:nvSpPr>
          <p:cNvPr id="3077" name="Rectangle 5"/>
          <p:cNvSpPr>
            <a:spLocks noGrp="1" noChangeArrowheads="1"/>
          </p:cNvSpPr>
          <p:nvPr>
            <p:ph type="body" sz="quarter" idx="3"/>
          </p:nvPr>
        </p:nvSpPr>
        <p:spPr bwMode="auto">
          <a:xfrm>
            <a:off x="960438" y="7167563"/>
            <a:ext cx="7680325" cy="6788150"/>
          </a:xfrm>
          <a:prstGeom prst="rect">
            <a:avLst/>
          </a:prstGeom>
          <a:noFill/>
          <a:ln w="9525">
            <a:noFill/>
            <a:miter lim="800000"/>
          </a:ln>
          <a:effectLst/>
        </p:spPr>
        <p:txBody>
          <a:bodyPr vert="horz" wrap="square" lIns="141067" tIns="70534" rIns="141067" bIns="70534" numCol="1" anchor="t" anchorCtr="0" compatLnSpc="1"/>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078" name="Rectangle 6"/>
          <p:cNvSpPr>
            <a:spLocks noGrp="1" noChangeArrowheads="1"/>
          </p:cNvSpPr>
          <p:nvPr>
            <p:ph type="ftr" sz="quarter" idx="4"/>
          </p:nvPr>
        </p:nvSpPr>
        <p:spPr bwMode="auto">
          <a:xfrm>
            <a:off x="0" y="14331950"/>
            <a:ext cx="4160838" cy="752475"/>
          </a:xfrm>
          <a:prstGeom prst="rect">
            <a:avLst/>
          </a:prstGeom>
          <a:noFill/>
          <a:ln w="9525">
            <a:noFill/>
            <a:miter lim="800000"/>
          </a:ln>
          <a:effectLst/>
        </p:spPr>
        <p:txBody>
          <a:bodyPr vert="horz" wrap="square" lIns="141067" tIns="70534" rIns="141067" bIns="70534" numCol="1" anchor="b" anchorCtr="0" compatLnSpc="1"/>
          <a:lstStyle>
            <a:lvl1pPr defTabSz="1409700">
              <a:defRPr sz="1900">
                <a:latin typeface="Arial" panose="020B0604020202020204" pitchFamily="34" charset="0"/>
                <a:ea typeface="+mn-ea"/>
                <a:cs typeface="+mn-cs"/>
              </a:defRPr>
            </a:lvl1pPr>
          </a:lstStyle>
          <a:p>
            <a:pPr>
              <a:defRPr/>
            </a:pPr>
            <a:endParaRPr lang="en-US"/>
          </a:p>
        </p:txBody>
      </p:sp>
      <p:sp>
        <p:nvSpPr>
          <p:cNvPr id="3079" name="Rectangle 7"/>
          <p:cNvSpPr>
            <a:spLocks noGrp="1" noChangeArrowheads="1"/>
          </p:cNvSpPr>
          <p:nvPr>
            <p:ph type="sldNum" sz="quarter" idx="5"/>
          </p:nvPr>
        </p:nvSpPr>
        <p:spPr bwMode="auto">
          <a:xfrm>
            <a:off x="5438775" y="14331950"/>
            <a:ext cx="4160838" cy="752475"/>
          </a:xfrm>
          <a:prstGeom prst="rect">
            <a:avLst/>
          </a:prstGeom>
          <a:noFill/>
          <a:ln w="9525">
            <a:noFill/>
            <a:miter lim="800000"/>
          </a:ln>
          <a:effectLst/>
        </p:spPr>
        <p:txBody>
          <a:bodyPr vert="horz" wrap="square" lIns="141067" tIns="70534" rIns="141067" bIns="70534" numCol="1" anchor="b" anchorCtr="0" compatLnSpc="1"/>
          <a:lstStyle>
            <a:lvl1pPr algn="r" defTabSz="1409700">
              <a:defRPr sz="1900"/>
            </a:lvl1pPr>
          </a:lstStyle>
          <a:p>
            <a:pPr>
              <a:defRPr/>
            </a:pPr>
            <a:fld id="{B0EA37B3-2DB0-3A45-8EC9-10114FA53A48}" type="slidenum">
              <a:rPr lang="en-US"/>
              <a:t>‹Nº›</a:t>
            </a:fld>
            <a:endParaRPr 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anose="020B0604020202020204" pitchFamily="34" charset="0"/>
        <a:ea typeface="MS PGothic" charset="-128"/>
        <a:cs typeface="MS PGothic" charset="-128"/>
      </a:defRPr>
    </a:lvl1pPr>
    <a:lvl2pPr marL="457200" algn="l" rtl="0" eaLnBrk="0" fontAlgn="base" hangingPunct="0">
      <a:spcBef>
        <a:spcPct val="30000"/>
      </a:spcBef>
      <a:spcAft>
        <a:spcPct val="0"/>
      </a:spcAft>
      <a:defRPr sz="1200" kern="1200">
        <a:solidFill>
          <a:schemeClr val="tx1"/>
        </a:solidFill>
        <a:latin typeface="Arial" panose="020B0604020202020204" pitchFamily="34" charset="0"/>
        <a:ea typeface="MS PGothic" charset="-128"/>
        <a:cs typeface="+mn-cs"/>
      </a:defRPr>
    </a:lvl2pPr>
    <a:lvl3pPr marL="914400" algn="l" rtl="0" eaLnBrk="0" fontAlgn="base" hangingPunct="0">
      <a:spcBef>
        <a:spcPct val="30000"/>
      </a:spcBef>
      <a:spcAft>
        <a:spcPct val="0"/>
      </a:spcAft>
      <a:defRPr sz="1200" kern="1200">
        <a:solidFill>
          <a:schemeClr val="tx1"/>
        </a:solidFill>
        <a:latin typeface="Arial" panose="020B0604020202020204" pitchFamily="34" charset="0"/>
        <a:ea typeface="MS PGothic" charset="-128"/>
        <a:cs typeface="+mn-cs"/>
      </a:defRPr>
    </a:lvl3pPr>
    <a:lvl4pPr marL="1371600" algn="l" rtl="0" eaLnBrk="0" fontAlgn="base" hangingPunct="0">
      <a:spcBef>
        <a:spcPct val="30000"/>
      </a:spcBef>
      <a:spcAft>
        <a:spcPct val="0"/>
      </a:spcAft>
      <a:defRPr sz="1200" kern="1200">
        <a:solidFill>
          <a:schemeClr val="tx1"/>
        </a:solidFill>
        <a:latin typeface="Arial" panose="020B0604020202020204" pitchFamily="34" charset="0"/>
        <a:ea typeface="MS PGothic" charset="-128"/>
        <a:cs typeface="+mn-cs"/>
      </a:defRPr>
    </a:lvl4pPr>
    <a:lvl5pPr marL="1828800" algn="l" rtl="0" eaLnBrk="0" fontAlgn="base" hangingPunct="0">
      <a:spcBef>
        <a:spcPct val="30000"/>
      </a:spcBef>
      <a:spcAft>
        <a:spcPct val="0"/>
      </a:spcAft>
      <a:defRPr sz="1200" kern="1200">
        <a:solidFill>
          <a:schemeClr val="tx1"/>
        </a:solidFill>
        <a:latin typeface="Arial" panose="020B0604020202020204" pitchFamily="34" charset="0"/>
        <a:ea typeface="MS PGothic"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B0EA37B3-2DB0-3A45-8EC9-10114FA53A48}" type="slidenum">
              <a:rPr lang="en-US" smtClean="0"/>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B0EA37B3-2DB0-3A45-8EC9-10114FA53A48}" type="slidenum">
              <a:rPr lang="en-US" smtClean="0"/>
              <a:t>2</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65225" y="3124200"/>
            <a:ext cx="13214350" cy="2155825"/>
          </a:xfrm>
        </p:spPr>
        <p:txBody>
          <a:bodyPr/>
          <a:lstStyle/>
          <a:p>
            <a:r>
              <a:rPr lang="en-US"/>
              <a:t>Click to edit Master title style</a:t>
            </a:r>
          </a:p>
        </p:txBody>
      </p:sp>
      <p:sp>
        <p:nvSpPr>
          <p:cNvPr id="3" name="Subtitle 2"/>
          <p:cNvSpPr>
            <a:spLocks noGrp="1"/>
          </p:cNvSpPr>
          <p:nvPr>
            <p:ph type="subTitle" idx="1"/>
          </p:nvPr>
        </p:nvSpPr>
        <p:spPr>
          <a:xfrm>
            <a:off x="2332038" y="5699125"/>
            <a:ext cx="10880725" cy="257175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p:txBody>
          <a:bodyPr/>
          <a:lstStyle>
            <a:lvl1pPr>
              <a:defRPr/>
            </a:lvl1pPr>
          </a:lstStyle>
          <a:p>
            <a:pPr>
              <a:defRPr/>
            </a:pPr>
            <a:endParaRPr lang="en-US"/>
          </a:p>
        </p:txBody>
      </p:sp>
      <p:sp>
        <p:nvSpPr>
          <p:cNvPr id="5" name="Rectangle 5"/>
          <p:cNvSpPr>
            <a:spLocks noGrp="1" noChangeArrowheads="1"/>
          </p:cNvSpPr>
          <p:nvPr>
            <p:ph type="ftr" sz="quarter" idx="11"/>
          </p:nvPr>
        </p:nvSpPr>
        <p:spPr/>
        <p:txBody>
          <a:bodyPr/>
          <a:lstStyle>
            <a:lvl1pPr>
              <a:defRPr/>
            </a:lvl1pPr>
          </a:lstStyle>
          <a:p>
            <a:pPr>
              <a:defRPr/>
            </a:pPr>
            <a:endParaRPr lang="en-US"/>
          </a:p>
        </p:txBody>
      </p:sp>
      <p:sp>
        <p:nvSpPr>
          <p:cNvPr id="6" name="Rectangle 6"/>
          <p:cNvSpPr>
            <a:spLocks noGrp="1" noChangeArrowheads="1"/>
          </p:cNvSpPr>
          <p:nvPr>
            <p:ph type="sldNum" sz="quarter" idx="12"/>
          </p:nvPr>
        </p:nvSpPr>
        <p:spPr/>
        <p:txBody>
          <a:bodyPr/>
          <a:lstStyle>
            <a:lvl1pPr>
              <a:defRPr/>
            </a:lvl1pPr>
          </a:lstStyle>
          <a:p>
            <a:pPr>
              <a:defRPr/>
            </a:pPr>
            <a:fld id="{60E082D7-7351-FD46-A144-A8103CEB05A0}" type="slidenum">
              <a:rPr lang="en-US"/>
              <a:t>‹Nº›</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lvl1pPr>
              <a:defRPr/>
            </a:lvl1pPr>
          </a:lstStyle>
          <a:p>
            <a:pPr>
              <a:defRPr/>
            </a:pPr>
            <a:endParaRPr lang="en-US"/>
          </a:p>
        </p:txBody>
      </p:sp>
      <p:sp>
        <p:nvSpPr>
          <p:cNvPr id="5" name="Rectangle 5"/>
          <p:cNvSpPr>
            <a:spLocks noGrp="1" noChangeArrowheads="1"/>
          </p:cNvSpPr>
          <p:nvPr>
            <p:ph type="ftr" sz="quarter" idx="11"/>
          </p:nvPr>
        </p:nvSpPr>
        <p:spPr/>
        <p:txBody>
          <a:bodyPr/>
          <a:lstStyle>
            <a:lvl1pPr>
              <a:defRPr/>
            </a:lvl1pPr>
          </a:lstStyle>
          <a:p>
            <a:pPr>
              <a:defRPr/>
            </a:pPr>
            <a:endParaRPr lang="en-US"/>
          </a:p>
        </p:txBody>
      </p:sp>
      <p:sp>
        <p:nvSpPr>
          <p:cNvPr id="6" name="Rectangle 6"/>
          <p:cNvSpPr>
            <a:spLocks noGrp="1" noChangeArrowheads="1"/>
          </p:cNvSpPr>
          <p:nvPr>
            <p:ph type="sldNum" sz="quarter" idx="12"/>
          </p:nvPr>
        </p:nvSpPr>
        <p:spPr/>
        <p:txBody>
          <a:bodyPr/>
          <a:lstStyle>
            <a:lvl1pPr>
              <a:defRPr/>
            </a:lvl1pPr>
          </a:lstStyle>
          <a:p>
            <a:pPr>
              <a:defRPr/>
            </a:pPr>
            <a:fld id="{9055854F-772B-D445-85E5-89B716B84F02}" type="slidenum">
              <a:rPr lang="en-US"/>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28725" y="6462713"/>
            <a:ext cx="13212763" cy="1998662"/>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1228725" y="4262438"/>
            <a:ext cx="13212763" cy="2200275"/>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p:txBody>
          <a:bodyPr/>
          <a:lstStyle>
            <a:lvl1pPr>
              <a:defRPr/>
            </a:lvl1pPr>
          </a:lstStyle>
          <a:p>
            <a:pPr>
              <a:defRPr/>
            </a:pPr>
            <a:endParaRPr lang="en-US"/>
          </a:p>
        </p:txBody>
      </p:sp>
      <p:sp>
        <p:nvSpPr>
          <p:cNvPr id="5" name="Rectangle 5"/>
          <p:cNvSpPr>
            <a:spLocks noGrp="1" noChangeArrowheads="1"/>
          </p:cNvSpPr>
          <p:nvPr>
            <p:ph type="ftr" sz="quarter" idx="11"/>
          </p:nvPr>
        </p:nvSpPr>
        <p:spPr/>
        <p:txBody>
          <a:bodyPr/>
          <a:lstStyle>
            <a:lvl1pPr>
              <a:defRPr/>
            </a:lvl1pPr>
          </a:lstStyle>
          <a:p>
            <a:pPr>
              <a:defRPr/>
            </a:pPr>
            <a:endParaRPr lang="en-US"/>
          </a:p>
        </p:txBody>
      </p:sp>
      <p:sp>
        <p:nvSpPr>
          <p:cNvPr id="6" name="Rectangle 6"/>
          <p:cNvSpPr>
            <a:spLocks noGrp="1" noChangeArrowheads="1"/>
          </p:cNvSpPr>
          <p:nvPr>
            <p:ph type="sldNum" sz="quarter" idx="12"/>
          </p:nvPr>
        </p:nvSpPr>
        <p:spPr/>
        <p:txBody>
          <a:bodyPr/>
          <a:lstStyle>
            <a:lvl1pPr>
              <a:defRPr/>
            </a:lvl1pPr>
          </a:lstStyle>
          <a:p>
            <a:pPr>
              <a:defRPr/>
            </a:pPr>
            <a:fld id="{5C998A4F-23CD-0941-A19E-DD508BCDC3A2}" type="slidenum">
              <a:rPr lang="en-US"/>
              <a:t>‹Nº›</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777875" y="2346325"/>
            <a:ext cx="6918325" cy="66389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7848600" y="2346325"/>
            <a:ext cx="6918325" cy="66389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p:txBody>
          <a:bodyPr/>
          <a:lstStyle>
            <a:lvl1pPr>
              <a:defRPr/>
            </a:lvl1pPr>
          </a:lstStyle>
          <a:p>
            <a:pPr>
              <a:defRPr/>
            </a:pPr>
            <a:endParaRPr lang="en-US"/>
          </a:p>
        </p:txBody>
      </p:sp>
      <p:sp>
        <p:nvSpPr>
          <p:cNvPr id="6" name="Rectangle 5"/>
          <p:cNvSpPr>
            <a:spLocks noGrp="1" noChangeArrowheads="1"/>
          </p:cNvSpPr>
          <p:nvPr>
            <p:ph type="ftr" sz="quarter" idx="11"/>
          </p:nvPr>
        </p:nvSpPr>
        <p:spPr/>
        <p:txBody>
          <a:bodyPr/>
          <a:lstStyle>
            <a:lvl1pPr>
              <a:defRPr/>
            </a:lvl1pPr>
          </a:lstStyle>
          <a:p>
            <a:pPr>
              <a:defRPr/>
            </a:pPr>
            <a:endParaRPr lang="en-US"/>
          </a:p>
        </p:txBody>
      </p:sp>
      <p:sp>
        <p:nvSpPr>
          <p:cNvPr id="7" name="Rectangle 6"/>
          <p:cNvSpPr>
            <a:spLocks noGrp="1" noChangeArrowheads="1"/>
          </p:cNvSpPr>
          <p:nvPr>
            <p:ph type="sldNum" sz="quarter" idx="12"/>
          </p:nvPr>
        </p:nvSpPr>
        <p:spPr/>
        <p:txBody>
          <a:bodyPr/>
          <a:lstStyle>
            <a:lvl1pPr>
              <a:defRPr/>
            </a:lvl1pPr>
          </a:lstStyle>
          <a:p>
            <a:pPr>
              <a:defRPr/>
            </a:pPr>
            <a:fld id="{B60F012E-BC58-4343-BDE9-6ED1081CF59F}" type="slidenum">
              <a:rPr lang="en-US"/>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777875" y="2251075"/>
            <a:ext cx="6867525" cy="93821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777875" y="3189288"/>
            <a:ext cx="6867525" cy="579596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7896225" y="2251075"/>
            <a:ext cx="6870700" cy="93821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896225" y="3189288"/>
            <a:ext cx="6870700" cy="579596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p:txBody>
          <a:bodyPr/>
          <a:lstStyle>
            <a:lvl1pPr>
              <a:defRPr/>
            </a:lvl1pPr>
          </a:lstStyle>
          <a:p>
            <a:pPr>
              <a:defRPr/>
            </a:pPr>
            <a:endParaRPr lang="en-US"/>
          </a:p>
        </p:txBody>
      </p:sp>
      <p:sp>
        <p:nvSpPr>
          <p:cNvPr id="8" name="Rectangle 5"/>
          <p:cNvSpPr>
            <a:spLocks noGrp="1" noChangeArrowheads="1"/>
          </p:cNvSpPr>
          <p:nvPr>
            <p:ph type="ftr" sz="quarter" idx="11"/>
          </p:nvPr>
        </p:nvSpPr>
        <p:spPr/>
        <p:txBody>
          <a:bodyPr/>
          <a:lstStyle>
            <a:lvl1pPr>
              <a:defRPr/>
            </a:lvl1pPr>
          </a:lstStyle>
          <a:p>
            <a:pPr>
              <a:defRPr/>
            </a:pPr>
            <a:endParaRPr lang="en-US"/>
          </a:p>
        </p:txBody>
      </p:sp>
      <p:sp>
        <p:nvSpPr>
          <p:cNvPr id="9" name="Rectangle 6"/>
          <p:cNvSpPr>
            <a:spLocks noGrp="1" noChangeArrowheads="1"/>
          </p:cNvSpPr>
          <p:nvPr>
            <p:ph type="sldNum" sz="quarter" idx="12"/>
          </p:nvPr>
        </p:nvSpPr>
        <p:spPr/>
        <p:txBody>
          <a:bodyPr/>
          <a:lstStyle>
            <a:lvl1pPr>
              <a:defRPr/>
            </a:lvl1pPr>
          </a:lstStyle>
          <a:p>
            <a:pPr>
              <a:defRPr/>
            </a:pPr>
            <a:fld id="{999C23C0-C871-7A44-BD62-271751C1940C}" type="slidenum">
              <a:rPr lang="en-US"/>
              <a:t>‹Nº›</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p:txBody>
          <a:bodyPr/>
          <a:lstStyle>
            <a:lvl1pPr>
              <a:defRPr/>
            </a:lvl1pPr>
          </a:lstStyle>
          <a:p>
            <a:pPr>
              <a:defRPr/>
            </a:pPr>
            <a:endParaRPr lang="en-US"/>
          </a:p>
        </p:txBody>
      </p:sp>
      <p:sp>
        <p:nvSpPr>
          <p:cNvPr id="4" name="Rectangle 5"/>
          <p:cNvSpPr>
            <a:spLocks noGrp="1" noChangeArrowheads="1"/>
          </p:cNvSpPr>
          <p:nvPr>
            <p:ph type="ftr" sz="quarter" idx="11"/>
          </p:nvPr>
        </p:nvSpPr>
        <p:spPr/>
        <p:txBody>
          <a:bodyPr/>
          <a:lstStyle>
            <a:lvl1pPr>
              <a:defRPr/>
            </a:lvl1pPr>
          </a:lstStyle>
          <a:p>
            <a:pPr>
              <a:defRPr/>
            </a:pPr>
            <a:endParaRPr lang="en-US"/>
          </a:p>
        </p:txBody>
      </p:sp>
      <p:sp>
        <p:nvSpPr>
          <p:cNvPr id="5" name="Rectangle 6"/>
          <p:cNvSpPr>
            <a:spLocks noGrp="1" noChangeArrowheads="1"/>
          </p:cNvSpPr>
          <p:nvPr>
            <p:ph type="sldNum" sz="quarter" idx="12"/>
          </p:nvPr>
        </p:nvSpPr>
        <p:spPr/>
        <p:txBody>
          <a:bodyPr/>
          <a:lstStyle>
            <a:lvl1pPr>
              <a:defRPr/>
            </a:lvl1pPr>
          </a:lstStyle>
          <a:p>
            <a:pPr>
              <a:defRPr/>
            </a:pPr>
            <a:fld id="{458B8EAE-E78D-DB42-8AF7-5D8C625C8293}" type="slidenum">
              <a:rPr lang="en-US"/>
              <a:t>‹Nº›</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lvl1pPr>
              <a:defRPr/>
            </a:lvl1pPr>
          </a:lstStyle>
          <a:p>
            <a:pPr>
              <a:defRPr/>
            </a:pPr>
            <a:endParaRPr lang="en-US"/>
          </a:p>
        </p:txBody>
      </p:sp>
      <p:sp>
        <p:nvSpPr>
          <p:cNvPr id="3" name="Rectangle 5"/>
          <p:cNvSpPr>
            <a:spLocks noGrp="1" noChangeArrowheads="1"/>
          </p:cNvSpPr>
          <p:nvPr>
            <p:ph type="ftr" sz="quarter" idx="11"/>
          </p:nvPr>
        </p:nvSpPr>
        <p:spPr/>
        <p:txBody>
          <a:bodyPr/>
          <a:lstStyle>
            <a:lvl1pPr>
              <a:defRPr/>
            </a:lvl1pPr>
          </a:lstStyle>
          <a:p>
            <a:pPr>
              <a:defRPr/>
            </a:pPr>
            <a:endParaRPr lang="en-US"/>
          </a:p>
        </p:txBody>
      </p:sp>
      <p:sp>
        <p:nvSpPr>
          <p:cNvPr id="4" name="Rectangle 6"/>
          <p:cNvSpPr>
            <a:spLocks noGrp="1" noChangeArrowheads="1"/>
          </p:cNvSpPr>
          <p:nvPr>
            <p:ph type="sldNum" sz="quarter" idx="12"/>
          </p:nvPr>
        </p:nvSpPr>
        <p:spPr/>
        <p:txBody>
          <a:bodyPr/>
          <a:lstStyle>
            <a:lvl1pPr>
              <a:defRPr/>
            </a:lvl1pPr>
          </a:lstStyle>
          <a:p>
            <a:pPr>
              <a:defRPr/>
            </a:pPr>
            <a:fld id="{597EF2CA-84A2-B849-8ABE-09806FAADEAE}" type="slidenum">
              <a:rPr lang="en-US"/>
              <a:t>‹Nº›</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77875" y="400050"/>
            <a:ext cx="5113338" cy="1704975"/>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6076950" y="400050"/>
            <a:ext cx="8689975" cy="858520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777875" y="2105025"/>
            <a:ext cx="5113338" cy="688022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p:txBody>
          <a:bodyPr/>
          <a:lstStyle>
            <a:lvl1pPr>
              <a:defRPr/>
            </a:lvl1pPr>
          </a:lstStyle>
          <a:p>
            <a:pPr>
              <a:defRPr/>
            </a:pPr>
            <a:endParaRPr lang="en-US"/>
          </a:p>
        </p:txBody>
      </p:sp>
      <p:sp>
        <p:nvSpPr>
          <p:cNvPr id="6" name="Rectangle 5"/>
          <p:cNvSpPr>
            <a:spLocks noGrp="1" noChangeArrowheads="1"/>
          </p:cNvSpPr>
          <p:nvPr>
            <p:ph type="ftr" sz="quarter" idx="11"/>
          </p:nvPr>
        </p:nvSpPr>
        <p:spPr/>
        <p:txBody>
          <a:bodyPr/>
          <a:lstStyle>
            <a:lvl1pPr>
              <a:defRPr/>
            </a:lvl1pPr>
          </a:lstStyle>
          <a:p>
            <a:pPr>
              <a:defRPr/>
            </a:pPr>
            <a:endParaRPr lang="en-US"/>
          </a:p>
        </p:txBody>
      </p:sp>
      <p:sp>
        <p:nvSpPr>
          <p:cNvPr id="7" name="Rectangle 6"/>
          <p:cNvSpPr>
            <a:spLocks noGrp="1" noChangeArrowheads="1"/>
          </p:cNvSpPr>
          <p:nvPr>
            <p:ph type="sldNum" sz="quarter" idx="12"/>
          </p:nvPr>
        </p:nvSpPr>
        <p:spPr/>
        <p:txBody>
          <a:bodyPr/>
          <a:lstStyle>
            <a:lvl1pPr>
              <a:defRPr/>
            </a:lvl1pPr>
          </a:lstStyle>
          <a:p>
            <a:pPr>
              <a:defRPr/>
            </a:pPr>
            <a:fld id="{2C0AD89F-3829-FA41-B09A-DC3D925E3708}" type="slidenum">
              <a:rPr lang="en-US"/>
              <a:t>‹Nº›</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46413" y="7040563"/>
            <a:ext cx="9328150" cy="831850"/>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3046413" y="898525"/>
            <a:ext cx="9328150" cy="603567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3046413" y="7872413"/>
            <a:ext cx="9328150" cy="117951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p:txBody>
          <a:bodyPr/>
          <a:lstStyle>
            <a:lvl1pPr>
              <a:defRPr/>
            </a:lvl1pPr>
          </a:lstStyle>
          <a:p>
            <a:pPr>
              <a:defRPr/>
            </a:pPr>
            <a:endParaRPr lang="en-US"/>
          </a:p>
        </p:txBody>
      </p:sp>
      <p:sp>
        <p:nvSpPr>
          <p:cNvPr id="6" name="Rectangle 5"/>
          <p:cNvSpPr>
            <a:spLocks noGrp="1" noChangeArrowheads="1"/>
          </p:cNvSpPr>
          <p:nvPr>
            <p:ph type="ftr" sz="quarter" idx="11"/>
          </p:nvPr>
        </p:nvSpPr>
        <p:spPr/>
        <p:txBody>
          <a:bodyPr/>
          <a:lstStyle>
            <a:lvl1pPr>
              <a:defRPr/>
            </a:lvl1pPr>
          </a:lstStyle>
          <a:p>
            <a:pPr>
              <a:defRPr/>
            </a:pPr>
            <a:endParaRPr lang="en-US"/>
          </a:p>
        </p:txBody>
      </p:sp>
      <p:sp>
        <p:nvSpPr>
          <p:cNvPr id="7" name="Rectangle 6"/>
          <p:cNvSpPr>
            <a:spLocks noGrp="1" noChangeArrowheads="1"/>
          </p:cNvSpPr>
          <p:nvPr>
            <p:ph type="sldNum" sz="quarter" idx="12"/>
          </p:nvPr>
        </p:nvSpPr>
        <p:spPr/>
        <p:txBody>
          <a:bodyPr/>
          <a:lstStyle>
            <a:lvl1pPr>
              <a:defRPr/>
            </a:lvl1pPr>
          </a:lstStyle>
          <a:p>
            <a:pPr>
              <a:defRPr/>
            </a:pPr>
            <a:fld id="{910DB810-2D64-B44D-B79E-6FB6D5706AEA}" type="slidenum">
              <a:rPr lang="en-US"/>
              <a:t>‹Nº›</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lvl1pPr>
              <a:defRPr/>
            </a:lvl1pPr>
          </a:lstStyle>
          <a:p>
            <a:pPr>
              <a:defRPr/>
            </a:pPr>
            <a:endParaRPr lang="en-US"/>
          </a:p>
        </p:txBody>
      </p:sp>
      <p:sp>
        <p:nvSpPr>
          <p:cNvPr id="5" name="Rectangle 5"/>
          <p:cNvSpPr>
            <a:spLocks noGrp="1" noChangeArrowheads="1"/>
          </p:cNvSpPr>
          <p:nvPr>
            <p:ph type="ftr" sz="quarter" idx="11"/>
          </p:nvPr>
        </p:nvSpPr>
        <p:spPr/>
        <p:txBody>
          <a:bodyPr/>
          <a:lstStyle>
            <a:lvl1pPr>
              <a:defRPr/>
            </a:lvl1pPr>
          </a:lstStyle>
          <a:p>
            <a:pPr>
              <a:defRPr/>
            </a:pPr>
            <a:endParaRPr lang="en-US"/>
          </a:p>
        </p:txBody>
      </p:sp>
      <p:sp>
        <p:nvSpPr>
          <p:cNvPr id="6" name="Rectangle 6"/>
          <p:cNvSpPr>
            <a:spLocks noGrp="1" noChangeArrowheads="1"/>
          </p:cNvSpPr>
          <p:nvPr>
            <p:ph type="sldNum" sz="quarter" idx="12"/>
          </p:nvPr>
        </p:nvSpPr>
        <p:spPr/>
        <p:txBody>
          <a:bodyPr/>
          <a:lstStyle>
            <a:lvl1pPr>
              <a:defRPr/>
            </a:lvl1pPr>
          </a:lstStyle>
          <a:p>
            <a:pPr>
              <a:defRPr/>
            </a:pPr>
            <a:fld id="{EFE1D6EB-DBCC-114D-9AD4-9D6E23757A25}" type="slidenum">
              <a:rPr lang="en-US"/>
              <a:t>‹Nº›</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1269663" y="403225"/>
            <a:ext cx="3497262" cy="85820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77875" y="403225"/>
            <a:ext cx="10339388" cy="85820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lvl1pPr>
              <a:defRPr/>
            </a:lvl1pPr>
          </a:lstStyle>
          <a:p>
            <a:pPr>
              <a:defRPr/>
            </a:pPr>
            <a:endParaRPr lang="en-US"/>
          </a:p>
        </p:txBody>
      </p:sp>
      <p:sp>
        <p:nvSpPr>
          <p:cNvPr id="5" name="Rectangle 5"/>
          <p:cNvSpPr>
            <a:spLocks noGrp="1" noChangeArrowheads="1"/>
          </p:cNvSpPr>
          <p:nvPr>
            <p:ph type="ftr" sz="quarter" idx="11"/>
          </p:nvPr>
        </p:nvSpPr>
        <p:spPr/>
        <p:txBody>
          <a:bodyPr/>
          <a:lstStyle>
            <a:lvl1pPr>
              <a:defRPr/>
            </a:lvl1pPr>
          </a:lstStyle>
          <a:p>
            <a:pPr>
              <a:defRPr/>
            </a:pPr>
            <a:endParaRPr lang="en-US"/>
          </a:p>
        </p:txBody>
      </p:sp>
      <p:sp>
        <p:nvSpPr>
          <p:cNvPr id="6" name="Rectangle 6"/>
          <p:cNvSpPr>
            <a:spLocks noGrp="1" noChangeArrowheads="1"/>
          </p:cNvSpPr>
          <p:nvPr>
            <p:ph type="sldNum" sz="quarter" idx="12"/>
          </p:nvPr>
        </p:nvSpPr>
        <p:spPr/>
        <p:txBody>
          <a:bodyPr/>
          <a:lstStyle>
            <a:lvl1pPr>
              <a:defRPr/>
            </a:lvl1pPr>
          </a:lstStyle>
          <a:p>
            <a:pPr>
              <a:defRPr/>
            </a:pPr>
            <a:fld id="{0B832E2A-B297-C842-8179-6499AA6064B5}" type="slidenum">
              <a:rPr lang="en-US"/>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777875" y="403225"/>
            <a:ext cx="13989050" cy="1676400"/>
          </a:xfrm>
          <a:prstGeom prst="rect">
            <a:avLst/>
          </a:prstGeom>
          <a:noFill/>
          <a:ln>
            <a:noFill/>
          </a:ln>
        </p:spPr>
        <p:txBody>
          <a:bodyPr vert="horz" wrap="square" lIns="146304" tIns="73152" rIns="146304" bIns="73152" numCol="1" anchor="ctr" anchorCtr="0" compatLnSpc="1"/>
          <a:lstStyle/>
          <a:p>
            <a:pPr lvl="0"/>
            <a:r>
              <a:rPr lang="en-US"/>
              <a:t>Click to edit Master title style</a:t>
            </a:r>
          </a:p>
        </p:txBody>
      </p:sp>
      <p:sp>
        <p:nvSpPr>
          <p:cNvPr id="1027" name="Rectangle 3"/>
          <p:cNvSpPr>
            <a:spLocks noGrp="1" noChangeArrowheads="1"/>
          </p:cNvSpPr>
          <p:nvPr>
            <p:ph type="body" idx="1"/>
          </p:nvPr>
        </p:nvSpPr>
        <p:spPr bwMode="auto">
          <a:xfrm>
            <a:off x="777875" y="2346325"/>
            <a:ext cx="13989050" cy="6638925"/>
          </a:xfrm>
          <a:prstGeom prst="rect">
            <a:avLst/>
          </a:prstGeom>
          <a:noFill/>
          <a:ln>
            <a:noFill/>
          </a:ln>
        </p:spPr>
        <p:txBody>
          <a:bodyPr vert="horz" wrap="square" lIns="146304" tIns="73152" rIns="146304" bIns="73152" numCol="1" anchor="t" anchorCtr="0" compatLnSpc="1"/>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777875" y="9159875"/>
            <a:ext cx="3625850" cy="698500"/>
          </a:xfrm>
          <a:prstGeom prst="rect">
            <a:avLst/>
          </a:prstGeom>
          <a:noFill/>
          <a:ln w="9525">
            <a:noFill/>
            <a:miter lim="800000"/>
          </a:ln>
          <a:effectLst/>
        </p:spPr>
        <p:txBody>
          <a:bodyPr vert="horz" wrap="square" lIns="146304" tIns="73152" rIns="146304" bIns="73152" numCol="1" anchor="t" anchorCtr="0" compatLnSpc="1"/>
          <a:lstStyle>
            <a:lvl1pPr>
              <a:defRPr sz="2200">
                <a:latin typeface="Arial" panose="020B0604020202020204" pitchFamily="34" charset="0"/>
                <a:ea typeface="+mn-ea"/>
                <a:cs typeface="+mn-cs"/>
              </a:defRPr>
            </a:lvl1pPr>
          </a:lstStyle>
          <a:p>
            <a:pPr>
              <a:defRPr/>
            </a:pPr>
            <a:endParaRPr lang="en-US"/>
          </a:p>
        </p:txBody>
      </p:sp>
      <p:sp>
        <p:nvSpPr>
          <p:cNvPr id="1029" name="Rectangle 5"/>
          <p:cNvSpPr>
            <a:spLocks noGrp="1" noChangeArrowheads="1"/>
          </p:cNvSpPr>
          <p:nvPr>
            <p:ph type="ftr" sz="quarter" idx="3"/>
          </p:nvPr>
        </p:nvSpPr>
        <p:spPr bwMode="auto">
          <a:xfrm>
            <a:off x="5311775" y="9159875"/>
            <a:ext cx="4921250" cy="698500"/>
          </a:xfrm>
          <a:prstGeom prst="rect">
            <a:avLst/>
          </a:prstGeom>
          <a:noFill/>
          <a:ln w="9525">
            <a:noFill/>
            <a:miter lim="800000"/>
          </a:ln>
          <a:effectLst/>
        </p:spPr>
        <p:txBody>
          <a:bodyPr vert="horz" wrap="square" lIns="146304" tIns="73152" rIns="146304" bIns="73152" numCol="1" anchor="t" anchorCtr="0" compatLnSpc="1"/>
          <a:lstStyle>
            <a:lvl1pPr algn="ctr">
              <a:defRPr sz="2200">
                <a:latin typeface="Arial" panose="020B0604020202020204" pitchFamily="34" charset="0"/>
                <a:ea typeface="+mn-ea"/>
                <a:cs typeface="+mn-cs"/>
              </a:defRPr>
            </a:lvl1pPr>
          </a:lstStyle>
          <a:p>
            <a:pPr>
              <a:defRPr/>
            </a:pPr>
            <a:endParaRPr lang="en-US"/>
          </a:p>
        </p:txBody>
      </p:sp>
      <p:sp>
        <p:nvSpPr>
          <p:cNvPr id="1030" name="Rectangle 6"/>
          <p:cNvSpPr>
            <a:spLocks noGrp="1" noChangeArrowheads="1"/>
          </p:cNvSpPr>
          <p:nvPr>
            <p:ph type="sldNum" sz="quarter" idx="4"/>
          </p:nvPr>
        </p:nvSpPr>
        <p:spPr bwMode="auto">
          <a:xfrm>
            <a:off x="11141075" y="9159875"/>
            <a:ext cx="3625850" cy="698500"/>
          </a:xfrm>
          <a:prstGeom prst="rect">
            <a:avLst/>
          </a:prstGeom>
          <a:noFill/>
          <a:ln w="9525">
            <a:noFill/>
            <a:miter lim="800000"/>
          </a:ln>
          <a:effectLst/>
        </p:spPr>
        <p:txBody>
          <a:bodyPr vert="horz" wrap="square" lIns="146304" tIns="73152" rIns="146304" bIns="73152" numCol="1" anchor="t" anchorCtr="0" compatLnSpc="1"/>
          <a:lstStyle>
            <a:lvl1pPr algn="r">
              <a:defRPr sz="2200"/>
            </a:lvl1pPr>
          </a:lstStyle>
          <a:p>
            <a:pPr>
              <a:defRPr/>
            </a:pPr>
            <a:fld id="{DF9ADF22-AEA1-9E47-B592-A0D955AAD411}" type="slidenum">
              <a:rPr lang="en-US"/>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1463675" rtl="0" eaLnBrk="0" fontAlgn="base" hangingPunct="0">
        <a:spcBef>
          <a:spcPct val="0"/>
        </a:spcBef>
        <a:spcAft>
          <a:spcPct val="0"/>
        </a:spcAft>
        <a:defRPr sz="7000">
          <a:solidFill>
            <a:schemeClr val="tx2"/>
          </a:solidFill>
          <a:latin typeface="+mj-lt"/>
          <a:ea typeface="MS PGothic" charset="-128"/>
          <a:cs typeface="MS PGothic" charset="-128"/>
        </a:defRPr>
      </a:lvl1pPr>
      <a:lvl2pPr algn="ctr" defTabSz="1463675" rtl="0" eaLnBrk="0" fontAlgn="base" hangingPunct="0">
        <a:spcBef>
          <a:spcPct val="0"/>
        </a:spcBef>
        <a:spcAft>
          <a:spcPct val="0"/>
        </a:spcAft>
        <a:defRPr sz="7000">
          <a:solidFill>
            <a:schemeClr val="tx2"/>
          </a:solidFill>
          <a:latin typeface="Arial" panose="020B0604020202020204" pitchFamily="34" charset="0"/>
          <a:ea typeface="MS PGothic" charset="-128"/>
          <a:cs typeface="MS PGothic" charset="-128"/>
        </a:defRPr>
      </a:lvl2pPr>
      <a:lvl3pPr algn="ctr" defTabSz="1463675" rtl="0" eaLnBrk="0" fontAlgn="base" hangingPunct="0">
        <a:spcBef>
          <a:spcPct val="0"/>
        </a:spcBef>
        <a:spcAft>
          <a:spcPct val="0"/>
        </a:spcAft>
        <a:defRPr sz="7000">
          <a:solidFill>
            <a:schemeClr val="tx2"/>
          </a:solidFill>
          <a:latin typeface="Arial" panose="020B0604020202020204" pitchFamily="34" charset="0"/>
          <a:ea typeface="MS PGothic" charset="-128"/>
          <a:cs typeface="MS PGothic" charset="-128"/>
        </a:defRPr>
      </a:lvl3pPr>
      <a:lvl4pPr algn="ctr" defTabSz="1463675" rtl="0" eaLnBrk="0" fontAlgn="base" hangingPunct="0">
        <a:spcBef>
          <a:spcPct val="0"/>
        </a:spcBef>
        <a:spcAft>
          <a:spcPct val="0"/>
        </a:spcAft>
        <a:defRPr sz="7000">
          <a:solidFill>
            <a:schemeClr val="tx2"/>
          </a:solidFill>
          <a:latin typeface="Arial" panose="020B0604020202020204" pitchFamily="34" charset="0"/>
          <a:ea typeface="MS PGothic" charset="-128"/>
          <a:cs typeface="MS PGothic" charset="-128"/>
        </a:defRPr>
      </a:lvl4pPr>
      <a:lvl5pPr algn="ctr" defTabSz="1463675" rtl="0" eaLnBrk="0" fontAlgn="base" hangingPunct="0">
        <a:spcBef>
          <a:spcPct val="0"/>
        </a:spcBef>
        <a:spcAft>
          <a:spcPct val="0"/>
        </a:spcAft>
        <a:defRPr sz="7000">
          <a:solidFill>
            <a:schemeClr val="tx2"/>
          </a:solidFill>
          <a:latin typeface="Arial" panose="020B0604020202020204" pitchFamily="34" charset="0"/>
          <a:ea typeface="MS PGothic" charset="-128"/>
          <a:cs typeface="MS PGothic" charset="-128"/>
        </a:defRPr>
      </a:lvl5pPr>
      <a:lvl6pPr marL="457200" algn="ctr" defTabSz="1463675" rtl="0" fontAlgn="base">
        <a:spcBef>
          <a:spcPct val="0"/>
        </a:spcBef>
        <a:spcAft>
          <a:spcPct val="0"/>
        </a:spcAft>
        <a:defRPr sz="7000">
          <a:solidFill>
            <a:schemeClr val="tx2"/>
          </a:solidFill>
          <a:latin typeface="Arial" panose="020B0604020202020204" pitchFamily="34" charset="0"/>
        </a:defRPr>
      </a:lvl6pPr>
      <a:lvl7pPr marL="914400" algn="ctr" defTabSz="1463675" rtl="0" fontAlgn="base">
        <a:spcBef>
          <a:spcPct val="0"/>
        </a:spcBef>
        <a:spcAft>
          <a:spcPct val="0"/>
        </a:spcAft>
        <a:defRPr sz="7000">
          <a:solidFill>
            <a:schemeClr val="tx2"/>
          </a:solidFill>
          <a:latin typeface="Arial" panose="020B0604020202020204" pitchFamily="34" charset="0"/>
        </a:defRPr>
      </a:lvl7pPr>
      <a:lvl8pPr marL="1371600" algn="ctr" defTabSz="1463675" rtl="0" fontAlgn="base">
        <a:spcBef>
          <a:spcPct val="0"/>
        </a:spcBef>
        <a:spcAft>
          <a:spcPct val="0"/>
        </a:spcAft>
        <a:defRPr sz="7000">
          <a:solidFill>
            <a:schemeClr val="tx2"/>
          </a:solidFill>
          <a:latin typeface="Arial" panose="020B0604020202020204" pitchFamily="34" charset="0"/>
        </a:defRPr>
      </a:lvl8pPr>
      <a:lvl9pPr marL="1828800" algn="ctr" defTabSz="1463675" rtl="0" fontAlgn="base">
        <a:spcBef>
          <a:spcPct val="0"/>
        </a:spcBef>
        <a:spcAft>
          <a:spcPct val="0"/>
        </a:spcAft>
        <a:defRPr sz="7000">
          <a:solidFill>
            <a:schemeClr val="tx2"/>
          </a:solidFill>
          <a:latin typeface="Arial" panose="020B0604020202020204" pitchFamily="34" charset="0"/>
        </a:defRPr>
      </a:lvl9pPr>
    </p:titleStyle>
    <p:bodyStyle>
      <a:lvl1pPr marL="549275" indent="-549275" algn="l" defTabSz="1463675" rtl="0" eaLnBrk="0" fontAlgn="base" hangingPunct="0">
        <a:spcBef>
          <a:spcPct val="20000"/>
        </a:spcBef>
        <a:spcAft>
          <a:spcPct val="0"/>
        </a:spcAft>
        <a:buChar char="•"/>
        <a:defRPr sz="5100">
          <a:solidFill>
            <a:schemeClr val="tx1"/>
          </a:solidFill>
          <a:latin typeface="+mn-lt"/>
          <a:ea typeface="MS PGothic" charset="-128"/>
          <a:cs typeface="MS PGothic" charset="-128"/>
        </a:defRPr>
      </a:lvl1pPr>
      <a:lvl2pPr marL="1189355" indent="-457200" algn="l" defTabSz="1463675" rtl="0" eaLnBrk="0" fontAlgn="base" hangingPunct="0">
        <a:spcBef>
          <a:spcPct val="20000"/>
        </a:spcBef>
        <a:spcAft>
          <a:spcPct val="0"/>
        </a:spcAft>
        <a:buChar char="–"/>
        <a:defRPr sz="4500">
          <a:solidFill>
            <a:schemeClr val="tx1"/>
          </a:solidFill>
          <a:latin typeface="+mn-lt"/>
          <a:ea typeface="MS PGothic" charset="-128"/>
        </a:defRPr>
      </a:lvl2pPr>
      <a:lvl3pPr marL="1828800" indent="-365125" algn="l" defTabSz="1463675" rtl="0" eaLnBrk="0" fontAlgn="base" hangingPunct="0">
        <a:spcBef>
          <a:spcPct val="20000"/>
        </a:spcBef>
        <a:spcAft>
          <a:spcPct val="0"/>
        </a:spcAft>
        <a:buChar char="•"/>
        <a:defRPr sz="3800">
          <a:solidFill>
            <a:schemeClr val="tx1"/>
          </a:solidFill>
          <a:latin typeface="+mn-lt"/>
          <a:ea typeface="MS PGothic" charset="-128"/>
        </a:defRPr>
      </a:lvl3pPr>
      <a:lvl4pPr marL="2560955" indent="-367030" algn="l" defTabSz="1463675" rtl="0" eaLnBrk="0" fontAlgn="base" hangingPunct="0">
        <a:spcBef>
          <a:spcPct val="20000"/>
        </a:spcBef>
        <a:spcAft>
          <a:spcPct val="0"/>
        </a:spcAft>
        <a:buChar char="–"/>
        <a:defRPr sz="3200">
          <a:solidFill>
            <a:schemeClr val="tx1"/>
          </a:solidFill>
          <a:latin typeface="+mn-lt"/>
          <a:ea typeface="MS PGothic" charset="-128"/>
        </a:defRPr>
      </a:lvl4pPr>
      <a:lvl5pPr marL="3292475" indent="-367030" algn="l" defTabSz="1463675" rtl="0" eaLnBrk="0" fontAlgn="base" hangingPunct="0">
        <a:spcBef>
          <a:spcPct val="20000"/>
        </a:spcBef>
        <a:spcAft>
          <a:spcPct val="0"/>
        </a:spcAft>
        <a:buChar char="»"/>
        <a:defRPr sz="3200">
          <a:solidFill>
            <a:schemeClr val="tx1"/>
          </a:solidFill>
          <a:latin typeface="+mn-lt"/>
          <a:ea typeface="MS PGothic" charset="-128"/>
        </a:defRPr>
      </a:lvl5pPr>
      <a:lvl6pPr marL="3749675" indent="-367030" algn="l" defTabSz="1463675" rtl="0" fontAlgn="base">
        <a:spcBef>
          <a:spcPct val="20000"/>
        </a:spcBef>
        <a:spcAft>
          <a:spcPct val="0"/>
        </a:spcAft>
        <a:buChar char="»"/>
        <a:defRPr sz="3200">
          <a:solidFill>
            <a:schemeClr val="tx1"/>
          </a:solidFill>
          <a:latin typeface="+mn-lt"/>
        </a:defRPr>
      </a:lvl6pPr>
      <a:lvl7pPr marL="4206875" indent="-367030" algn="l" defTabSz="1463675" rtl="0" fontAlgn="base">
        <a:spcBef>
          <a:spcPct val="20000"/>
        </a:spcBef>
        <a:spcAft>
          <a:spcPct val="0"/>
        </a:spcAft>
        <a:buChar char="»"/>
        <a:defRPr sz="3200">
          <a:solidFill>
            <a:schemeClr val="tx1"/>
          </a:solidFill>
          <a:latin typeface="+mn-lt"/>
        </a:defRPr>
      </a:lvl7pPr>
      <a:lvl8pPr marL="4664075" indent="-367030" algn="l" defTabSz="1463675" rtl="0" fontAlgn="base">
        <a:spcBef>
          <a:spcPct val="20000"/>
        </a:spcBef>
        <a:spcAft>
          <a:spcPct val="0"/>
        </a:spcAft>
        <a:buChar char="»"/>
        <a:defRPr sz="3200">
          <a:solidFill>
            <a:schemeClr val="tx1"/>
          </a:solidFill>
          <a:latin typeface="+mn-lt"/>
        </a:defRPr>
      </a:lvl8pPr>
      <a:lvl9pPr marL="5121275" indent="-367030" algn="l" defTabSz="1463675" rtl="0" fontAlgn="base">
        <a:spcBef>
          <a:spcPct val="20000"/>
        </a:spcBef>
        <a:spcAft>
          <a:spcPct val="0"/>
        </a:spcAft>
        <a:buChar char="»"/>
        <a:defRPr sz="3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2" name="Rectangle 1"/>
          <p:cNvSpPr/>
          <p:nvPr/>
        </p:nvSpPr>
        <p:spPr bwMode="auto">
          <a:xfrm>
            <a:off x="457200" y="1059815"/>
            <a:ext cx="14630400" cy="8686800"/>
          </a:xfrm>
          <a:prstGeom prst="rect">
            <a:avLst/>
          </a:prstGeom>
          <a:solidFill>
            <a:schemeClr val="bg1"/>
          </a:solidFill>
          <a:ln w="76200" cap="flat" cmpd="sng" algn="ctr">
            <a:solidFill>
              <a:schemeClr val="tx1">
                <a:lumMod val="75000"/>
                <a:lumOff val="25000"/>
              </a:schemeClr>
            </a:solidFill>
            <a:prstDash val="solid"/>
            <a:round/>
            <a:headEnd type="none" w="med" len="med"/>
            <a:tailEnd type="none" w="med" len="med"/>
          </a:ln>
          <a:effectLst/>
        </p:spPr>
        <p:txBody>
          <a:bodyPr/>
          <a:lstStyle/>
          <a:p>
            <a:pPr defTabSz="1463675">
              <a:defRPr/>
            </a:pPr>
            <a:endParaRPr lang="en-US" dirty="0"/>
          </a:p>
        </p:txBody>
      </p:sp>
      <p:sp>
        <p:nvSpPr>
          <p:cNvPr id="26627" name="TextBox 2"/>
          <p:cNvSpPr txBox="1">
            <a:spLocks noChangeArrowheads="1"/>
          </p:cNvSpPr>
          <p:nvPr/>
        </p:nvSpPr>
        <p:spPr bwMode="auto">
          <a:xfrm>
            <a:off x="152400" y="228600"/>
            <a:ext cx="4800600" cy="645160"/>
          </a:xfrm>
          <a:prstGeom prst="rect">
            <a:avLst/>
          </a:prstGeom>
          <a:noFill/>
          <a:ln>
            <a:noFill/>
          </a:ln>
        </p:spPr>
        <p:txBody>
          <a:bodyPr>
            <a:spAutoFit/>
          </a:bodyPr>
          <a:lstStyle>
            <a:lvl1pPr eaLnBrk="0" hangingPunct="0">
              <a:defRPr sz="2900">
                <a:solidFill>
                  <a:schemeClr val="tx1"/>
                </a:solidFill>
                <a:latin typeface="Arial" panose="020B0604020202020204" pitchFamily="34" charset="0"/>
                <a:ea typeface="MS PGothic" charset="0"/>
                <a:cs typeface="MS PGothic" charset="0"/>
              </a:defRPr>
            </a:lvl1pPr>
            <a:lvl2pPr marL="742950" indent="-285750" eaLnBrk="0" hangingPunct="0">
              <a:defRPr sz="2900">
                <a:solidFill>
                  <a:schemeClr val="tx1"/>
                </a:solidFill>
                <a:latin typeface="Arial" panose="020B0604020202020204" pitchFamily="34" charset="0"/>
                <a:ea typeface="MS PGothic" charset="0"/>
              </a:defRPr>
            </a:lvl2pPr>
            <a:lvl3pPr marL="1143000" indent="-228600" eaLnBrk="0" hangingPunct="0">
              <a:defRPr sz="2900">
                <a:solidFill>
                  <a:schemeClr val="tx1"/>
                </a:solidFill>
                <a:latin typeface="Arial" panose="020B0604020202020204" pitchFamily="34" charset="0"/>
                <a:ea typeface="MS PGothic" charset="0"/>
              </a:defRPr>
            </a:lvl3pPr>
            <a:lvl4pPr marL="1600200" indent="-228600" eaLnBrk="0" hangingPunct="0">
              <a:defRPr sz="2900">
                <a:solidFill>
                  <a:schemeClr val="tx1"/>
                </a:solidFill>
                <a:latin typeface="Arial" panose="020B0604020202020204" pitchFamily="34" charset="0"/>
                <a:ea typeface="MS PGothic" charset="0"/>
              </a:defRPr>
            </a:lvl4pPr>
            <a:lvl5pPr marL="2057400" indent="-228600" eaLnBrk="0" hangingPunct="0">
              <a:defRPr sz="2900">
                <a:solidFill>
                  <a:schemeClr val="tx1"/>
                </a:solidFill>
                <a:latin typeface="Arial" panose="020B0604020202020204" pitchFamily="34" charset="0"/>
                <a:ea typeface="MS PGothic" charset="0"/>
              </a:defRPr>
            </a:lvl5pPr>
            <a:lvl6pPr marL="2514600" indent="-228600" eaLnBrk="0" fontAlgn="base" hangingPunct="0">
              <a:spcBef>
                <a:spcPct val="0"/>
              </a:spcBef>
              <a:spcAft>
                <a:spcPct val="0"/>
              </a:spcAft>
              <a:defRPr sz="2900">
                <a:solidFill>
                  <a:schemeClr val="tx1"/>
                </a:solidFill>
                <a:latin typeface="Arial" panose="020B0604020202020204" pitchFamily="34" charset="0"/>
                <a:ea typeface="MS PGothic" charset="0"/>
              </a:defRPr>
            </a:lvl6pPr>
            <a:lvl7pPr marL="2971800" indent="-228600" eaLnBrk="0" fontAlgn="base" hangingPunct="0">
              <a:spcBef>
                <a:spcPct val="0"/>
              </a:spcBef>
              <a:spcAft>
                <a:spcPct val="0"/>
              </a:spcAft>
              <a:defRPr sz="2900">
                <a:solidFill>
                  <a:schemeClr val="tx1"/>
                </a:solidFill>
                <a:latin typeface="Arial" panose="020B0604020202020204" pitchFamily="34" charset="0"/>
                <a:ea typeface="MS PGothic" charset="0"/>
              </a:defRPr>
            </a:lvl7pPr>
            <a:lvl8pPr marL="3429000" indent="-228600" eaLnBrk="0" fontAlgn="base" hangingPunct="0">
              <a:spcBef>
                <a:spcPct val="0"/>
              </a:spcBef>
              <a:spcAft>
                <a:spcPct val="0"/>
              </a:spcAft>
              <a:defRPr sz="2900">
                <a:solidFill>
                  <a:schemeClr val="tx1"/>
                </a:solidFill>
                <a:latin typeface="Arial" panose="020B0604020202020204" pitchFamily="34" charset="0"/>
                <a:ea typeface="MS PGothic" charset="0"/>
              </a:defRPr>
            </a:lvl8pPr>
            <a:lvl9pPr marL="3886200" indent="-228600" eaLnBrk="0" fontAlgn="base" hangingPunct="0">
              <a:spcBef>
                <a:spcPct val="0"/>
              </a:spcBef>
              <a:spcAft>
                <a:spcPct val="0"/>
              </a:spcAft>
              <a:defRPr sz="2900">
                <a:solidFill>
                  <a:schemeClr val="tx1"/>
                </a:solidFill>
                <a:latin typeface="Arial" panose="020B0604020202020204" pitchFamily="34" charset="0"/>
                <a:ea typeface="MS PGothic" charset="0"/>
              </a:defRPr>
            </a:lvl9pPr>
          </a:lstStyle>
          <a:p>
            <a:pPr eaLnBrk="1" hangingPunct="1"/>
            <a:r>
              <a:rPr lang="en-US" sz="3600" dirty="0">
                <a:latin typeface="Helvetica" charset="0"/>
                <a:cs typeface="Helvetica" charset="0"/>
              </a:rPr>
              <a:t>Lean UX Canvas</a:t>
            </a:r>
          </a:p>
        </p:txBody>
      </p:sp>
      <p:sp>
        <p:nvSpPr>
          <p:cNvPr id="4" name="Rectangle 3"/>
          <p:cNvSpPr/>
          <p:nvPr/>
        </p:nvSpPr>
        <p:spPr bwMode="auto">
          <a:xfrm>
            <a:off x="457200" y="3008630"/>
            <a:ext cx="5410200" cy="2451100"/>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Users</a:t>
            </a:r>
          </a:p>
          <a:p>
            <a:pPr>
              <a:defRPr/>
            </a:pPr>
            <a:endParaRPr lang="en-US" sz="2000" b="1" dirty="0">
              <a:latin typeface="Helvetica Neue"/>
              <a:cs typeface="Helvetica Neue"/>
            </a:endParaRPr>
          </a:p>
          <a:p>
            <a:pPr marL="171450" indent="-171450">
              <a:buFont typeface="Arial" panose="020B0604020202020204" pitchFamily="34" charset="0"/>
              <a:buChar char="•"/>
              <a:defRPr/>
            </a:pPr>
            <a:r>
              <a:rPr lang="es-ES" sz="1200" b="1" dirty="0">
                <a:latin typeface="Helvetica Neue"/>
                <a:cs typeface="Helvetica Neue"/>
              </a:rPr>
              <a:t>Principal: </a:t>
            </a:r>
            <a:r>
              <a:rPr lang="es-ES" sz="1200" dirty="0">
                <a:latin typeface="Helvetica Neue"/>
                <a:cs typeface="Helvetica Neue"/>
              </a:rPr>
              <a:t>Administradores de establecimientos (quienes compran y gestionan).</a:t>
            </a:r>
          </a:p>
          <a:p>
            <a:pPr>
              <a:defRPr/>
            </a:pPr>
            <a:endParaRPr lang="es-ES" sz="1200" dirty="0">
              <a:latin typeface="Helvetica Neue"/>
              <a:cs typeface="Helvetica Neue"/>
            </a:endParaRPr>
          </a:p>
          <a:p>
            <a:pPr marL="171450" indent="-171450">
              <a:buFont typeface="Arial" panose="020B0604020202020204" pitchFamily="34" charset="0"/>
              <a:buChar char="•"/>
              <a:defRPr/>
            </a:pPr>
            <a:r>
              <a:rPr lang="es-ES" sz="1200" b="1" dirty="0">
                <a:latin typeface="Helvetica Neue"/>
                <a:cs typeface="Helvetica Neue"/>
              </a:rPr>
              <a:t>Secundario: </a:t>
            </a:r>
            <a:r>
              <a:rPr lang="es-ES" sz="1200" dirty="0">
                <a:latin typeface="Helvetica Neue"/>
                <a:cs typeface="Helvetica Neue"/>
              </a:rPr>
              <a:t>Personas preocupadas por el aire en sus hogares.</a:t>
            </a:r>
            <a:endParaRPr lang="en-US" sz="1200" dirty="0">
              <a:latin typeface="Helvetica Neue"/>
              <a:cs typeface="Helvetica Neue"/>
            </a:endParaRPr>
          </a:p>
        </p:txBody>
      </p:sp>
      <p:sp>
        <p:nvSpPr>
          <p:cNvPr id="6" name="Rectangle 5"/>
          <p:cNvSpPr/>
          <p:nvPr/>
        </p:nvSpPr>
        <p:spPr bwMode="auto">
          <a:xfrm>
            <a:off x="5867400" y="1052195"/>
            <a:ext cx="3810000" cy="3297555"/>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Solutions</a:t>
            </a:r>
          </a:p>
          <a:p>
            <a:pPr>
              <a:defRPr/>
            </a:pPr>
            <a:endParaRPr lang="en-US" sz="2000" b="1" dirty="0">
              <a:latin typeface="Helvetica Neue"/>
              <a:cs typeface="Helvetica Neue"/>
            </a:endParaRPr>
          </a:p>
          <a:p>
            <a:pPr marL="228600" indent="-228600">
              <a:buAutoNum type="arabicPeriod"/>
              <a:defRPr/>
            </a:pPr>
            <a:r>
              <a:rPr lang="es-ES" sz="1200" dirty="0">
                <a:latin typeface="Helvetica Neue"/>
                <a:cs typeface="Helvetica Neue"/>
              </a:rPr>
              <a:t>Sensor inteligente de PM2.5 y CO2 para espacios cerrados.</a:t>
            </a:r>
          </a:p>
          <a:p>
            <a:pPr marL="228600" indent="-228600">
              <a:buAutoNum type="arabicPeriod"/>
              <a:defRPr/>
            </a:pPr>
            <a:r>
              <a:rPr lang="es-ES" sz="1200" dirty="0">
                <a:latin typeface="Helvetica Neue"/>
                <a:cs typeface="Helvetica Neue"/>
              </a:rPr>
              <a:t>Web App para que administradores gestionen alertas y reportes históricos.</a:t>
            </a:r>
          </a:p>
          <a:p>
            <a:pPr marL="228600" indent="-228600">
              <a:buAutoNum type="arabicPeriod"/>
              <a:defRPr/>
            </a:pPr>
            <a:r>
              <a:rPr lang="es-ES" sz="1200" dirty="0">
                <a:latin typeface="Helvetica Neue"/>
                <a:cs typeface="Helvetica Neue"/>
              </a:rPr>
              <a:t>App móvil con indicadores visuales sencillos del estado del aire.</a:t>
            </a:r>
          </a:p>
          <a:p>
            <a:pPr marL="228600" indent="-228600">
              <a:buAutoNum type="arabicPeriod"/>
              <a:defRPr/>
            </a:pPr>
            <a:r>
              <a:rPr lang="es-ES" sz="1200" dirty="0">
                <a:latin typeface="Helvetica Neue"/>
                <a:cs typeface="Helvetica Neue"/>
              </a:rPr>
              <a:t>Alertas en tiempo real cuando se superan los límites recomendados.</a:t>
            </a:r>
          </a:p>
          <a:p>
            <a:pPr marL="228600" indent="-228600">
              <a:buAutoNum type="arabicPeriod"/>
              <a:defRPr/>
            </a:pPr>
            <a:r>
              <a:rPr lang="es-ES" sz="1200" dirty="0">
                <a:latin typeface="Helvetica Neue"/>
                <a:cs typeface="Helvetica Neue"/>
              </a:rPr>
              <a:t>Reportes históricos que sirvan como evidencia de salubridad.</a:t>
            </a:r>
            <a:endParaRPr lang="en-US" sz="1200" dirty="0">
              <a:latin typeface="Helvetica Neue"/>
              <a:cs typeface="Helvetica Neue"/>
            </a:endParaRPr>
          </a:p>
        </p:txBody>
      </p:sp>
      <p:sp>
        <p:nvSpPr>
          <p:cNvPr id="7" name="Rectangle 6"/>
          <p:cNvSpPr/>
          <p:nvPr/>
        </p:nvSpPr>
        <p:spPr bwMode="auto">
          <a:xfrm>
            <a:off x="9677400" y="3825240"/>
            <a:ext cx="5419725" cy="5916295"/>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User Outcomes &amp; Benefits</a:t>
            </a:r>
          </a:p>
          <a:p>
            <a:pPr>
              <a:defRPr/>
            </a:pPr>
            <a:endParaRPr lang="en-US" sz="2000" b="1" dirty="0">
              <a:latin typeface="Helvetica Neue"/>
              <a:cs typeface="Helvetica Neue"/>
            </a:endParaRPr>
          </a:p>
          <a:p>
            <a:pPr marL="171450" indent="-171450">
              <a:buFont typeface="Arial" panose="020B0604020202020204" pitchFamily="34" charset="0"/>
              <a:buChar char="•"/>
              <a:defRPr/>
            </a:pPr>
            <a:r>
              <a:rPr lang="es-ES" sz="1200" dirty="0">
                <a:latin typeface="Helvetica Neue"/>
                <a:cs typeface="Helvetica Neue"/>
              </a:rPr>
              <a:t>Beneficio: Mayor seguridad, tranquilidad y capacidad de tomar decisiones rápidas (como ventilar o reducir aforo) gracias a la visibilidad en tiempo real.</a:t>
            </a:r>
          </a:p>
          <a:p>
            <a:pPr marL="171450" indent="-171450">
              <a:buFont typeface="Arial" panose="020B0604020202020204" pitchFamily="34" charset="0"/>
              <a:buChar char="•"/>
              <a:defRPr/>
            </a:pPr>
            <a:r>
              <a:rPr lang="es-ES" sz="1200" dirty="0">
                <a:latin typeface="Helvetica Neue"/>
                <a:cs typeface="Helvetica Neue"/>
              </a:rPr>
              <a:t>Comportamiento esperado: Revisión frecuente de los indicadores, respuesta ágil a las alertas y aplicación constante de las recomendaciones.</a:t>
            </a:r>
            <a:endParaRPr lang="en-US" sz="1200" dirty="0">
              <a:latin typeface="Helvetica Neue"/>
              <a:cs typeface="Helvetica Neue"/>
            </a:endParaRPr>
          </a:p>
        </p:txBody>
      </p:sp>
      <p:sp>
        <p:nvSpPr>
          <p:cNvPr id="8" name="Rectangle 7"/>
          <p:cNvSpPr/>
          <p:nvPr/>
        </p:nvSpPr>
        <p:spPr bwMode="auto">
          <a:xfrm>
            <a:off x="485775" y="5459730"/>
            <a:ext cx="5381625" cy="4281170"/>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Hypotheses</a:t>
            </a:r>
          </a:p>
          <a:p>
            <a:pPr>
              <a:defRPr/>
            </a:pPr>
            <a:endParaRPr lang="en-US" sz="2000" b="1" dirty="0">
              <a:latin typeface="Helvetica Neue"/>
              <a:cs typeface="Helvetica Neue"/>
            </a:endParaRPr>
          </a:p>
          <a:p>
            <a:pPr marL="228600" indent="-228600">
              <a:buAutoNum type="arabicPeriod"/>
              <a:defRPr/>
            </a:pPr>
            <a:r>
              <a:rPr lang="en-US" sz="1100" b="1" dirty="0">
                <a:latin typeface="Helvetica Neue"/>
                <a:cs typeface="Helvetica Neue"/>
              </a:rPr>
              <a:t>Creemos que</a:t>
            </a:r>
            <a:r>
              <a:rPr lang="en-US" sz="1100" dirty="0">
                <a:latin typeface="Helvetica Neue"/>
                <a:cs typeface="Helvetica Neue"/>
              </a:rPr>
              <a:t> los administradores de espacios comerciales tomarán mejores decisiones para proteger la salud de sus clientes y mejorar la confianza en su negocio. </a:t>
            </a:r>
            <a:r>
              <a:rPr lang="en-US" sz="1100" b="1" dirty="0">
                <a:latin typeface="Helvetica Neue"/>
                <a:cs typeface="Helvetica Neue"/>
              </a:rPr>
              <a:t>Sabremos que </a:t>
            </a:r>
            <a:r>
              <a:rPr lang="en-US" sz="1100" dirty="0">
                <a:latin typeface="Helvetica Neue"/>
                <a:cs typeface="Helvetica Neue"/>
              </a:rPr>
              <a:t>esto es cierto </a:t>
            </a:r>
            <a:r>
              <a:rPr lang="en-US" sz="1100" b="1" dirty="0">
                <a:latin typeface="Helvetica Neue"/>
                <a:cs typeface="Helvetica Neue"/>
              </a:rPr>
              <a:t>cuando</a:t>
            </a:r>
            <a:r>
              <a:rPr lang="en-US" sz="1100" dirty="0">
                <a:latin typeface="Helvetica Neue"/>
                <a:cs typeface="Helvetica Neue"/>
              </a:rPr>
              <a:t> al menos el 50% de los administradores consulten en tiempo real los datos de PM2.5 y CO2 de sus espacios al menos una vez por día.</a:t>
            </a:r>
          </a:p>
          <a:p>
            <a:pPr marL="228600" indent="-228600">
              <a:buAutoNum type="arabicPeriod"/>
              <a:defRPr/>
            </a:pPr>
            <a:r>
              <a:rPr lang="en-US" sz="1100" b="1" dirty="0">
                <a:latin typeface="Helvetica Neue"/>
                <a:cs typeface="Helvetica Neue"/>
              </a:rPr>
              <a:t>Creemos que </a:t>
            </a:r>
            <a:r>
              <a:rPr lang="en-US" sz="1100" dirty="0">
                <a:latin typeface="Helvetica Neue"/>
                <a:cs typeface="Helvetica Neue"/>
              </a:rPr>
              <a:t>los usuarios comprenderán más fácilmente el estado de la calidad del aire interior. </a:t>
            </a:r>
            <a:r>
              <a:rPr lang="en-US" sz="1100" b="1" dirty="0">
                <a:latin typeface="Helvetica Neue"/>
                <a:cs typeface="Helvetica Neue"/>
              </a:rPr>
              <a:t>Sabremos que </a:t>
            </a:r>
            <a:r>
              <a:rPr lang="en-US" sz="1100" dirty="0">
                <a:latin typeface="Helvetica Neue"/>
                <a:cs typeface="Helvetica Neue"/>
              </a:rPr>
              <a:t>esto es cierto </a:t>
            </a:r>
            <a:r>
              <a:rPr lang="en-US" sz="1100" b="1" dirty="0">
                <a:latin typeface="Helvetica Neue"/>
                <a:cs typeface="Helvetica Neue"/>
              </a:rPr>
              <a:t>cuando</a:t>
            </a:r>
            <a:r>
              <a:rPr lang="en-US" sz="1100" dirty="0">
                <a:latin typeface="Helvetica Neue"/>
                <a:cs typeface="Helvetica Neue"/>
              </a:rPr>
              <a:t> al menos el 70% de los usuarios interpreten correctamente los niveles de riesgo usando la interfaz visual de colores y niveles sin necesidad de explicación adicional.</a:t>
            </a:r>
          </a:p>
          <a:p>
            <a:pPr marL="228600" indent="-228600">
              <a:buAutoNum type="arabicPeriod"/>
              <a:defRPr/>
            </a:pPr>
            <a:r>
              <a:rPr lang="en-US" sz="1100" b="1" dirty="0">
                <a:latin typeface="Helvetica Neue"/>
                <a:cs typeface="Helvetica Neue"/>
              </a:rPr>
              <a:t>Creemos que </a:t>
            </a:r>
            <a:r>
              <a:rPr lang="en-US" sz="1100" dirty="0">
                <a:latin typeface="Helvetica Neue"/>
                <a:cs typeface="Helvetica Neue"/>
              </a:rPr>
              <a:t>los administradores y usuarios reaccionarán oportunamente ante episodios de mala calidad del aire. </a:t>
            </a:r>
            <a:r>
              <a:rPr lang="en-US" sz="1100" b="1" dirty="0">
                <a:latin typeface="Helvetica Neue"/>
                <a:cs typeface="Helvetica Neue"/>
              </a:rPr>
              <a:t>Sabremos que </a:t>
            </a:r>
            <a:r>
              <a:rPr lang="en-US" sz="1100" dirty="0">
                <a:latin typeface="Helvetica Neue"/>
                <a:cs typeface="Helvetica Neue"/>
              </a:rPr>
              <a:t>esto es cierto </a:t>
            </a:r>
            <a:r>
              <a:rPr lang="en-US" sz="1100" b="1" dirty="0">
                <a:latin typeface="Helvetica Neue"/>
                <a:cs typeface="Helvetica Neue"/>
              </a:rPr>
              <a:t>cuando</a:t>
            </a:r>
            <a:r>
              <a:rPr lang="en-US" sz="1100" dirty="0">
                <a:latin typeface="Helvetica Neue"/>
                <a:cs typeface="Helvetica Neue"/>
              </a:rPr>
              <a:t> al menos el 40% de las alertas generadas produzcan una acción correctiva, como ventilar el espacio o reducir el aforo.</a:t>
            </a:r>
          </a:p>
          <a:p>
            <a:pPr marL="228600" indent="-228600">
              <a:buAutoNum type="arabicPeriod"/>
              <a:defRPr/>
            </a:pPr>
            <a:r>
              <a:rPr lang="en-US" sz="1100" b="1" dirty="0">
                <a:latin typeface="Helvetica Neue"/>
                <a:cs typeface="Helvetica Neue"/>
              </a:rPr>
              <a:t>Creemos que </a:t>
            </a:r>
            <a:r>
              <a:rPr lang="en-US" sz="1100" dirty="0">
                <a:latin typeface="Helvetica Neue"/>
                <a:cs typeface="Helvetica Neue"/>
              </a:rPr>
              <a:t>los administradores percibirán mayor valor en la plataforma al contar con evidencia histórica sobre la calidad del aire de sus locales. </a:t>
            </a:r>
            <a:r>
              <a:rPr lang="en-US" sz="1100" b="1" dirty="0">
                <a:latin typeface="Helvetica Neue"/>
                <a:cs typeface="Helvetica Neue"/>
              </a:rPr>
              <a:t>Sabremos que </a:t>
            </a:r>
            <a:r>
              <a:rPr lang="en-US" sz="1100" dirty="0">
                <a:latin typeface="Helvetica Neue"/>
                <a:cs typeface="Helvetica Neue"/>
              </a:rPr>
              <a:t>esto es cierto </a:t>
            </a:r>
            <a:r>
              <a:rPr lang="en-US" sz="1100" b="1" dirty="0">
                <a:latin typeface="Helvetica Neue"/>
                <a:cs typeface="Helvetica Neue"/>
              </a:rPr>
              <a:t>cuando</a:t>
            </a:r>
            <a:r>
              <a:rPr lang="en-US" sz="1100" dirty="0">
                <a:latin typeface="Helvetica Neue"/>
                <a:cs typeface="Helvetica Neue"/>
              </a:rPr>
              <a:t> al menos el 50% de los administradores revisen o descarguen reportes históricos al menos una vez por </a:t>
            </a:r>
            <a:r>
              <a:rPr lang="en-US" sz="1100" dirty="0" err="1">
                <a:latin typeface="Helvetica Neue"/>
                <a:cs typeface="Helvetica Neue"/>
              </a:rPr>
              <a:t>semana</a:t>
            </a:r>
            <a:r>
              <a:rPr lang="en-US" sz="1100" dirty="0">
                <a:latin typeface="Helvetica Neue"/>
                <a:cs typeface="Helvetica Neue"/>
              </a:rPr>
              <a:t>.</a:t>
            </a:r>
          </a:p>
        </p:txBody>
      </p:sp>
      <p:sp>
        <p:nvSpPr>
          <p:cNvPr id="9" name="Rectangle 8"/>
          <p:cNvSpPr/>
          <p:nvPr/>
        </p:nvSpPr>
        <p:spPr bwMode="auto">
          <a:xfrm>
            <a:off x="9677400" y="6205855"/>
            <a:ext cx="5419725" cy="3535045"/>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What’s the least amount of work we need to do to learn the next most important thing?</a:t>
            </a:r>
          </a:p>
          <a:p>
            <a:pPr>
              <a:defRPr/>
            </a:pPr>
            <a:endParaRPr lang="en-US" sz="2000" b="1" dirty="0">
              <a:latin typeface="Helvetica Neue"/>
              <a:cs typeface="Helvetica Neue"/>
            </a:endParaRPr>
          </a:p>
          <a:p>
            <a:pPr>
              <a:defRPr/>
            </a:pPr>
            <a:r>
              <a:rPr lang="es-ES" sz="1200" dirty="0">
                <a:latin typeface="Helvetica Neue"/>
                <a:cs typeface="Helvetica Neue"/>
              </a:rPr>
              <a:t>Realizar entrevistas y pruebas rápidas con administradores utilizando una propuesta de valor simple y un prototipo básico. Diseñar experimentos como una "</a:t>
            </a:r>
            <a:r>
              <a:rPr lang="es-ES" sz="1200" dirty="0" err="1">
                <a:latin typeface="Helvetica Neue"/>
                <a:cs typeface="Helvetica Neue"/>
              </a:rPr>
              <a:t>landing</a:t>
            </a:r>
            <a:r>
              <a:rPr lang="es-ES" sz="1200" dirty="0">
                <a:latin typeface="Helvetica Neue"/>
                <a:cs typeface="Helvetica Neue"/>
              </a:rPr>
              <a:t> page" o mockups de los reportes para medir el interés real y la intención de compra antes de invertir en desarrollo tecnológico.</a:t>
            </a:r>
            <a:endParaRPr lang="en-US" sz="1200" dirty="0">
              <a:latin typeface="Helvetica Neue"/>
              <a:cs typeface="Helvetica Neue"/>
            </a:endParaRPr>
          </a:p>
        </p:txBody>
      </p:sp>
      <p:sp>
        <p:nvSpPr>
          <p:cNvPr id="12" name="Rectangle 11"/>
          <p:cNvSpPr/>
          <p:nvPr/>
        </p:nvSpPr>
        <p:spPr bwMode="auto">
          <a:xfrm>
            <a:off x="457200" y="1059815"/>
            <a:ext cx="5410200" cy="1948180"/>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Business Problem</a:t>
            </a:r>
          </a:p>
          <a:p>
            <a:pPr>
              <a:defRPr/>
            </a:pPr>
            <a:endParaRPr lang="en-US" sz="2000" b="1" dirty="0">
              <a:latin typeface="Helvetica Neue"/>
              <a:cs typeface="Helvetica Neue"/>
            </a:endParaRPr>
          </a:p>
          <a:p>
            <a:pPr marL="171450" indent="-171450">
              <a:buFont typeface="Arial" panose="020B0604020202020204" pitchFamily="34" charset="0"/>
              <a:buChar char="•"/>
              <a:defRPr/>
            </a:pPr>
            <a:r>
              <a:rPr lang="es-ES" sz="1200" dirty="0">
                <a:latin typeface="Helvetica Neue"/>
                <a:cs typeface="Helvetica Neue"/>
              </a:rPr>
              <a:t>Los espacios comerciales en Lima no pueden medir la calidad del aire (CO2 y PM2.5) en tiempo real.</a:t>
            </a:r>
          </a:p>
          <a:p>
            <a:pPr marL="171450" indent="-171450">
              <a:buFont typeface="Arial" panose="020B0604020202020204" pitchFamily="34" charset="0"/>
              <a:buChar char="•"/>
              <a:defRPr/>
            </a:pPr>
            <a:r>
              <a:rPr lang="es-ES" sz="1200" dirty="0">
                <a:latin typeface="Helvetica Neue"/>
                <a:cs typeface="Helvetica Neue"/>
              </a:rPr>
              <a:t>Esto impide tomar decisiones de ventilación, afectando la salud y la confianza de los clientes.</a:t>
            </a:r>
            <a:endParaRPr lang="en-US" sz="1200" dirty="0">
              <a:latin typeface="Helvetica Neue"/>
              <a:cs typeface="Helvetica Neue"/>
            </a:endParaRPr>
          </a:p>
        </p:txBody>
      </p:sp>
      <p:sp>
        <p:nvSpPr>
          <p:cNvPr id="14" name="Rectangle 13"/>
          <p:cNvSpPr/>
          <p:nvPr/>
        </p:nvSpPr>
        <p:spPr bwMode="auto">
          <a:xfrm>
            <a:off x="9677400" y="1066800"/>
            <a:ext cx="5419725" cy="2780030"/>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Business Outcomes</a:t>
            </a:r>
          </a:p>
          <a:p>
            <a:pPr>
              <a:defRPr/>
            </a:pPr>
            <a:endParaRPr lang="en-US" sz="2000" b="1" dirty="0">
              <a:latin typeface="Helvetica Neue"/>
              <a:cs typeface="Helvetica Neue"/>
            </a:endParaRPr>
          </a:p>
          <a:p>
            <a:pPr>
              <a:defRPr/>
            </a:pPr>
            <a:r>
              <a:rPr lang="es-ES" sz="1200" dirty="0">
                <a:latin typeface="Helvetica Neue"/>
                <a:cs typeface="Helvetica Neue"/>
              </a:rPr>
              <a:t>Sabremos que resolvimos el problema cuando haya una adopción sostenida de la plataforma y un aumento en la confianza de los clientes.</a:t>
            </a:r>
          </a:p>
          <a:p>
            <a:pPr>
              <a:defRPr/>
            </a:pPr>
            <a:endParaRPr lang="es-ES" sz="1200" dirty="0">
              <a:latin typeface="Helvetica Neue"/>
              <a:cs typeface="Helvetica Neue"/>
            </a:endParaRPr>
          </a:p>
          <a:p>
            <a:pPr marL="171450" indent="-171450">
              <a:buFont typeface="Arial" panose="020B0604020202020204" pitchFamily="34" charset="0"/>
              <a:buChar char="•"/>
              <a:defRPr/>
            </a:pPr>
            <a:r>
              <a:rPr lang="es-ES" sz="1200" dirty="0">
                <a:latin typeface="Helvetica Neue"/>
                <a:cs typeface="Helvetica Neue"/>
              </a:rPr>
              <a:t>Métricas clave: Cantidad de negocios suscritos, frecuencia de uso, porcentaje de usuarios que revisan alertas, acciones correctivas tomadas a partir de las alertas y tasa de retención.</a:t>
            </a:r>
            <a:r>
              <a:rPr lang="en-US" sz="1200" dirty="0">
                <a:latin typeface="Helvetica Neue"/>
                <a:cs typeface="Helvetica Neue"/>
              </a:rPr>
              <a:t>.</a:t>
            </a:r>
            <a:r>
              <a:rPr lang="en-US" sz="1200" i="1" dirty="0">
                <a:latin typeface="Helvetica Neue"/>
                <a:cs typeface="Helvetica Neue"/>
              </a:rPr>
              <a:t> </a:t>
            </a:r>
          </a:p>
        </p:txBody>
      </p:sp>
      <p:sp>
        <p:nvSpPr>
          <p:cNvPr id="26637" name="Rectangle 15"/>
          <p:cNvSpPr>
            <a:spLocks noChangeArrowheads="1"/>
          </p:cNvSpPr>
          <p:nvPr/>
        </p:nvSpPr>
        <p:spPr bwMode="auto">
          <a:xfrm>
            <a:off x="4800600" y="325438"/>
            <a:ext cx="7772400" cy="547687"/>
          </a:xfrm>
          <a:prstGeom prst="rect">
            <a:avLst/>
          </a:prstGeom>
          <a:solidFill>
            <a:schemeClr val="bg1"/>
          </a:solidFill>
          <a:ln>
            <a:noFill/>
          </a:ln>
        </p:spPr>
        <p:txBody>
          <a:bodyPr/>
          <a:lstStyle/>
          <a:p>
            <a:pPr defTabSz="1463675"/>
            <a:r>
              <a:rPr lang="en-US" sz="1000" dirty="0">
                <a:latin typeface="Helvetica Neue" charset="0"/>
                <a:cs typeface="Helvetica Neue" charset="0"/>
              </a:rPr>
              <a:t>Title of initiative: Clair: Monitoreo Inteligente de la Calidad del Aire Interior</a:t>
            </a:r>
          </a:p>
        </p:txBody>
      </p:sp>
      <p:sp>
        <p:nvSpPr>
          <p:cNvPr id="26638" name="Rectangle 17"/>
          <p:cNvSpPr>
            <a:spLocks noChangeArrowheads="1"/>
          </p:cNvSpPr>
          <p:nvPr/>
        </p:nvSpPr>
        <p:spPr bwMode="auto">
          <a:xfrm>
            <a:off x="12801600" y="352425"/>
            <a:ext cx="2286000" cy="228600"/>
          </a:xfrm>
          <a:prstGeom prst="rect">
            <a:avLst/>
          </a:prstGeom>
          <a:solidFill>
            <a:schemeClr val="bg1"/>
          </a:solidFill>
          <a:ln>
            <a:noFill/>
          </a:ln>
        </p:spPr>
        <p:txBody>
          <a:bodyPr/>
          <a:lstStyle/>
          <a:p>
            <a:pPr defTabSz="1463675"/>
            <a:r>
              <a:rPr lang="en-US" sz="1000" dirty="0">
                <a:latin typeface="Helvetica Neue" charset="0"/>
                <a:cs typeface="Helvetica Neue" charset="0"/>
              </a:rPr>
              <a:t>Date: 4 de </a:t>
            </a:r>
            <a:r>
              <a:rPr lang="en-US" sz="1000" dirty="0" err="1">
                <a:latin typeface="Helvetica Neue" charset="0"/>
                <a:cs typeface="Helvetica Neue" charset="0"/>
              </a:rPr>
              <a:t>abril</a:t>
            </a:r>
            <a:r>
              <a:rPr lang="en-US" sz="1000" dirty="0">
                <a:latin typeface="Helvetica Neue" charset="0"/>
                <a:cs typeface="Helvetica Neue" charset="0"/>
              </a:rPr>
              <a:t> de 2026</a:t>
            </a:r>
          </a:p>
        </p:txBody>
      </p:sp>
      <p:sp>
        <p:nvSpPr>
          <p:cNvPr id="26639" name="Rectangle 18"/>
          <p:cNvSpPr>
            <a:spLocks noChangeArrowheads="1"/>
          </p:cNvSpPr>
          <p:nvPr/>
        </p:nvSpPr>
        <p:spPr bwMode="auto">
          <a:xfrm>
            <a:off x="12801600" y="644525"/>
            <a:ext cx="2286000" cy="228600"/>
          </a:xfrm>
          <a:prstGeom prst="rect">
            <a:avLst/>
          </a:prstGeom>
          <a:solidFill>
            <a:schemeClr val="bg1"/>
          </a:solidFill>
          <a:ln>
            <a:noFill/>
          </a:ln>
        </p:spPr>
        <p:txBody>
          <a:bodyPr/>
          <a:lstStyle/>
          <a:p>
            <a:pPr defTabSz="1463675"/>
            <a:r>
              <a:rPr lang="en-US" sz="1000">
                <a:latin typeface="Helvetica Neue" charset="0"/>
                <a:cs typeface="Helvetica Neue" charset="0"/>
              </a:rPr>
              <a:t>Iteration: 1</a:t>
            </a:r>
          </a:p>
        </p:txBody>
      </p:sp>
      <p:sp>
        <p:nvSpPr>
          <p:cNvPr id="13" name="TextBox 12"/>
          <p:cNvSpPr txBox="1"/>
          <p:nvPr/>
        </p:nvSpPr>
        <p:spPr>
          <a:xfrm>
            <a:off x="1752600" y="10134600"/>
            <a:ext cx="13664910" cy="461665"/>
          </a:xfrm>
          <a:prstGeom prst="rect">
            <a:avLst/>
          </a:prstGeom>
          <a:noFill/>
        </p:spPr>
        <p:txBody>
          <a:bodyPr wrap="square" rtlCol="0">
            <a:spAutoFit/>
          </a:bodyPr>
          <a:lstStyle/>
          <a:p>
            <a:r>
              <a:rPr lang="en-US" sz="1600" dirty="0">
                <a:latin typeface="Helvetica Neue" charset="0"/>
                <a:ea typeface="Helvetica Neue" charset="0"/>
                <a:cs typeface="Helvetica Neue" charset="0"/>
              </a:rPr>
              <a:t>Download this canvas at: </a:t>
            </a:r>
            <a:r>
              <a:rPr lang="en-US" sz="1600" b="1" u="sng" dirty="0">
                <a:latin typeface="Helvetica Neue" charset="0"/>
                <a:ea typeface="Helvetica Neue" charset="0"/>
                <a:cs typeface="Helvetica Neue" charset="0"/>
              </a:rPr>
              <a:t>www.jeffgothelf.com/blog/leanuxcanvas-v2</a:t>
            </a:r>
            <a:r>
              <a:rPr lang="en-US" sz="1600" dirty="0">
                <a:latin typeface="Helvetica Neue" charset="0"/>
                <a:ea typeface="Helvetica Neue" charset="0"/>
                <a:cs typeface="Helvetica Neue" charset="0"/>
              </a:rPr>
              <a:t>  </a:t>
            </a:r>
            <a:r>
              <a:rPr lang="en-US" sz="2400" dirty="0">
                <a:solidFill>
                  <a:srgbClr val="FF0000"/>
                </a:solidFill>
                <a:latin typeface="Helvetica Neue" charset="0"/>
                <a:ea typeface="Helvetica Neue" charset="0"/>
                <a:cs typeface="Helvetica Neue" charset="0"/>
              </a:rPr>
              <a:t>	</a:t>
            </a:r>
          </a:p>
        </p:txBody>
      </p:sp>
      <p:pic>
        <p:nvPicPr>
          <p:cNvPr id="15" name="Picture 14"/>
          <p:cNvPicPr>
            <a:picLocks noChangeAspect="1"/>
          </p:cNvPicPr>
          <p:nvPr/>
        </p:nvPicPr>
        <p:blipFill>
          <a:blip r:embed="rId3"/>
          <a:stretch>
            <a:fillRect/>
          </a:stretch>
        </p:blipFill>
        <p:spPr>
          <a:xfrm>
            <a:off x="406690" y="9834274"/>
            <a:ext cx="1016000" cy="190500"/>
          </a:xfrm>
          <a:prstGeom prst="rect">
            <a:avLst/>
          </a:prstGeom>
        </p:spPr>
      </p:pic>
      <p:sp>
        <p:nvSpPr>
          <p:cNvPr id="10" name="Rectangle 9"/>
          <p:cNvSpPr/>
          <p:nvPr/>
        </p:nvSpPr>
        <p:spPr bwMode="auto">
          <a:xfrm>
            <a:off x="5867400" y="4352925"/>
            <a:ext cx="3810000" cy="5387975"/>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What’s the most important thing we need to learn first?</a:t>
            </a:r>
          </a:p>
          <a:p>
            <a:pPr marL="0" indent="0">
              <a:buNone/>
              <a:defRPr/>
            </a:pPr>
            <a:endParaRPr lang="en-US" sz="1050" dirty="0">
              <a:latin typeface="Helvetica Neue"/>
              <a:cs typeface="Helvetica Neue"/>
            </a:endParaRPr>
          </a:p>
          <a:p>
            <a:pPr marL="0" indent="0">
              <a:buNone/>
              <a:defRPr/>
            </a:pPr>
            <a:r>
              <a:rPr lang="es-ES" sz="1200" dirty="0">
                <a:latin typeface="Helvetica Neue"/>
                <a:cs typeface="Helvetica Neue"/>
              </a:rPr>
              <a:t>Necesitamos validar el supuesto más riesgoso: determinar si los administradores de espacios comerciales realmente perciben la calidad del aire interior como un problema importante para su negocio y si están dispuestos a usar y pagar por una solución para gestionarla.</a:t>
            </a:r>
            <a:endParaRPr lang="en-US" sz="1100" dirty="0">
              <a:latin typeface="Helvetica Neue"/>
              <a:cs typeface="Helvetica Neue"/>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2" name="Rectangle 1"/>
          <p:cNvSpPr/>
          <p:nvPr/>
        </p:nvSpPr>
        <p:spPr bwMode="auto">
          <a:xfrm>
            <a:off x="457200" y="1054100"/>
            <a:ext cx="14630400" cy="8686800"/>
          </a:xfrm>
          <a:prstGeom prst="rect">
            <a:avLst/>
          </a:prstGeom>
          <a:solidFill>
            <a:schemeClr val="bg1"/>
          </a:solidFill>
          <a:ln w="76200" cap="flat" cmpd="sng" algn="ctr">
            <a:solidFill>
              <a:schemeClr val="tx1">
                <a:lumMod val="75000"/>
                <a:lumOff val="25000"/>
              </a:schemeClr>
            </a:solidFill>
            <a:prstDash val="solid"/>
            <a:round/>
            <a:headEnd type="none" w="med" len="med"/>
            <a:tailEnd type="none" w="med" len="med"/>
          </a:ln>
          <a:effectLst/>
        </p:spPr>
        <p:txBody>
          <a:bodyPr/>
          <a:lstStyle/>
          <a:p>
            <a:pPr defTabSz="1463675">
              <a:defRPr/>
            </a:pPr>
            <a:endParaRPr lang="en-US" dirty="0"/>
          </a:p>
        </p:txBody>
      </p:sp>
      <p:sp>
        <p:nvSpPr>
          <p:cNvPr id="26627" name="TextBox 2"/>
          <p:cNvSpPr txBox="1">
            <a:spLocks noChangeArrowheads="1"/>
          </p:cNvSpPr>
          <p:nvPr/>
        </p:nvSpPr>
        <p:spPr bwMode="auto">
          <a:xfrm>
            <a:off x="152400" y="228600"/>
            <a:ext cx="4800600" cy="646113"/>
          </a:xfrm>
          <a:prstGeom prst="rect">
            <a:avLst/>
          </a:prstGeom>
          <a:noFill/>
          <a:ln>
            <a:noFill/>
          </a:ln>
        </p:spPr>
        <p:txBody>
          <a:bodyPr>
            <a:spAutoFit/>
          </a:bodyPr>
          <a:lstStyle>
            <a:lvl1pPr eaLnBrk="0" hangingPunct="0">
              <a:defRPr sz="2900">
                <a:solidFill>
                  <a:schemeClr val="tx1"/>
                </a:solidFill>
                <a:latin typeface="Arial" panose="020B0604020202020204" pitchFamily="34" charset="0"/>
                <a:ea typeface="MS PGothic" charset="0"/>
                <a:cs typeface="MS PGothic" charset="0"/>
              </a:defRPr>
            </a:lvl1pPr>
            <a:lvl2pPr marL="742950" indent="-285750" eaLnBrk="0" hangingPunct="0">
              <a:defRPr sz="2900">
                <a:solidFill>
                  <a:schemeClr val="tx1"/>
                </a:solidFill>
                <a:latin typeface="Arial" panose="020B0604020202020204" pitchFamily="34" charset="0"/>
                <a:ea typeface="MS PGothic" charset="0"/>
              </a:defRPr>
            </a:lvl2pPr>
            <a:lvl3pPr marL="1143000" indent="-228600" eaLnBrk="0" hangingPunct="0">
              <a:defRPr sz="2900">
                <a:solidFill>
                  <a:schemeClr val="tx1"/>
                </a:solidFill>
                <a:latin typeface="Arial" panose="020B0604020202020204" pitchFamily="34" charset="0"/>
                <a:ea typeface="MS PGothic" charset="0"/>
              </a:defRPr>
            </a:lvl3pPr>
            <a:lvl4pPr marL="1600200" indent="-228600" eaLnBrk="0" hangingPunct="0">
              <a:defRPr sz="2900">
                <a:solidFill>
                  <a:schemeClr val="tx1"/>
                </a:solidFill>
                <a:latin typeface="Arial" panose="020B0604020202020204" pitchFamily="34" charset="0"/>
                <a:ea typeface="MS PGothic" charset="0"/>
              </a:defRPr>
            </a:lvl4pPr>
            <a:lvl5pPr marL="2057400" indent="-228600" eaLnBrk="0" hangingPunct="0">
              <a:defRPr sz="2900">
                <a:solidFill>
                  <a:schemeClr val="tx1"/>
                </a:solidFill>
                <a:latin typeface="Arial" panose="020B0604020202020204" pitchFamily="34" charset="0"/>
                <a:ea typeface="MS PGothic" charset="0"/>
              </a:defRPr>
            </a:lvl5pPr>
            <a:lvl6pPr marL="2514600" indent="-228600" eaLnBrk="0" fontAlgn="base" hangingPunct="0">
              <a:spcBef>
                <a:spcPct val="0"/>
              </a:spcBef>
              <a:spcAft>
                <a:spcPct val="0"/>
              </a:spcAft>
              <a:defRPr sz="2900">
                <a:solidFill>
                  <a:schemeClr val="tx1"/>
                </a:solidFill>
                <a:latin typeface="Arial" panose="020B0604020202020204" pitchFamily="34" charset="0"/>
                <a:ea typeface="MS PGothic" charset="0"/>
              </a:defRPr>
            </a:lvl6pPr>
            <a:lvl7pPr marL="2971800" indent="-228600" eaLnBrk="0" fontAlgn="base" hangingPunct="0">
              <a:spcBef>
                <a:spcPct val="0"/>
              </a:spcBef>
              <a:spcAft>
                <a:spcPct val="0"/>
              </a:spcAft>
              <a:defRPr sz="2900">
                <a:solidFill>
                  <a:schemeClr val="tx1"/>
                </a:solidFill>
                <a:latin typeface="Arial" panose="020B0604020202020204" pitchFamily="34" charset="0"/>
                <a:ea typeface="MS PGothic" charset="0"/>
              </a:defRPr>
            </a:lvl7pPr>
            <a:lvl8pPr marL="3429000" indent="-228600" eaLnBrk="0" fontAlgn="base" hangingPunct="0">
              <a:spcBef>
                <a:spcPct val="0"/>
              </a:spcBef>
              <a:spcAft>
                <a:spcPct val="0"/>
              </a:spcAft>
              <a:defRPr sz="2900">
                <a:solidFill>
                  <a:schemeClr val="tx1"/>
                </a:solidFill>
                <a:latin typeface="Arial" panose="020B0604020202020204" pitchFamily="34" charset="0"/>
                <a:ea typeface="MS PGothic" charset="0"/>
              </a:defRPr>
            </a:lvl8pPr>
            <a:lvl9pPr marL="3886200" indent="-228600" eaLnBrk="0" fontAlgn="base" hangingPunct="0">
              <a:spcBef>
                <a:spcPct val="0"/>
              </a:spcBef>
              <a:spcAft>
                <a:spcPct val="0"/>
              </a:spcAft>
              <a:defRPr sz="2900">
                <a:solidFill>
                  <a:schemeClr val="tx1"/>
                </a:solidFill>
                <a:latin typeface="Arial" panose="020B0604020202020204" pitchFamily="34" charset="0"/>
                <a:ea typeface="MS PGothic" charset="0"/>
              </a:defRPr>
            </a:lvl9pPr>
          </a:lstStyle>
          <a:p>
            <a:pPr eaLnBrk="1" hangingPunct="1"/>
            <a:r>
              <a:rPr lang="en-US" sz="3600" dirty="0">
                <a:latin typeface="Helvetica" charset="0"/>
                <a:cs typeface="Helvetica" charset="0"/>
              </a:rPr>
              <a:t>Lean UX Canvas (v2)</a:t>
            </a:r>
          </a:p>
        </p:txBody>
      </p:sp>
      <p:sp>
        <p:nvSpPr>
          <p:cNvPr id="4" name="Rectangle 3"/>
          <p:cNvSpPr/>
          <p:nvPr/>
        </p:nvSpPr>
        <p:spPr bwMode="auto">
          <a:xfrm>
            <a:off x="457200" y="3802856"/>
            <a:ext cx="5410200" cy="3207544"/>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Users</a:t>
            </a:r>
          </a:p>
          <a:p>
            <a:pPr>
              <a:defRPr/>
            </a:pPr>
            <a:r>
              <a:rPr lang="en-US" sz="1000" dirty="0">
                <a:latin typeface="Helvetica Neue"/>
                <a:cs typeface="Helvetica Neue"/>
              </a:rPr>
              <a:t>What types (i.e., personas) of users and customers should you focus on first?</a:t>
            </a:r>
          </a:p>
          <a:p>
            <a:pPr>
              <a:defRPr/>
            </a:pPr>
            <a:r>
              <a:rPr lang="en-US" sz="1000" i="1" dirty="0">
                <a:latin typeface="Helvetica Neue"/>
                <a:cs typeface="Helvetica Neue"/>
              </a:rPr>
              <a:t>(Hint: Who buys your product or service? Who uses it? Who configures it? </a:t>
            </a:r>
            <a:r>
              <a:rPr lang="en-US" sz="1000" i="1" dirty="0" err="1">
                <a:latin typeface="Helvetica Neue"/>
                <a:cs typeface="Helvetica Neue"/>
              </a:rPr>
              <a:t>Etc</a:t>
            </a:r>
            <a:r>
              <a:rPr lang="en-US" sz="1000" i="1" dirty="0">
                <a:latin typeface="Helvetica Neue"/>
                <a:cs typeface="Helvetica Neue"/>
              </a:rPr>
              <a:t>)</a:t>
            </a:r>
          </a:p>
        </p:txBody>
      </p:sp>
      <p:sp>
        <p:nvSpPr>
          <p:cNvPr id="6" name="Rectangle 5"/>
          <p:cNvSpPr/>
          <p:nvPr/>
        </p:nvSpPr>
        <p:spPr bwMode="auto">
          <a:xfrm>
            <a:off x="5867400" y="1052512"/>
            <a:ext cx="3809998" cy="5957888"/>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Solutions</a:t>
            </a:r>
          </a:p>
          <a:p>
            <a:pPr>
              <a:defRPr/>
            </a:pPr>
            <a:r>
              <a:rPr lang="en-US" sz="1000" dirty="0">
                <a:latin typeface="Helvetica Neue"/>
                <a:cs typeface="Helvetica Neue"/>
              </a:rPr>
              <a:t>What can we make that will solve our business problem and meet the needs of our customers at the same time? List product, feature, or enhancement ideas here. </a:t>
            </a:r>
          </a:p>
        </p:txBody>
      </p:sp>
      <p:sp>
        <p:nvSpPr>
          <p:cNvPr id="7" name="Rectangle 6"/>
          <p:cNvSpPr/>
          <p:nvPr/>
        </p:nvSpPr>
        <p:spPr bwMode="auto">
          <a:xfrm>
            <a:off x="9677400" y="3810000"/>
            <a:ext cx="5419724" cy="3200400"/>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User Outcomes &amp; Benefits</a:t>
            </a:r>
          </a:p>
          <a:p>
            <a:pPr>
              <a:defRPr/>
            </a:pPr>
            <a:r>
              <a:rPr lang="en-US" sz="1000" dirty="0">
                <a:latin typeface="Helvetica Neue"/>
                <a:cs typeface="Helvetica Neue"/>
              </a:rPr>
              <a:t>Why would your users seek out your product or service? What benefit would they gain from using it? What behavior change can we observe that tells us they've achieved their goal?</a:t>
            </a:r>
          </a:p>
          <a:p>
            <a:pPr>
              <a:defRPr/>
            </a:pPr>
            <a:r>
              <a:rPr lang="en-US" sz="1000" i="1" dirty="0">
                <a:latin typeface="Helvetica Neue"/>
                <a:cs typeface="Helvetica Neue"/>
              </a:rPr>
              <a:t>(Hint: Save money, get a promotion, spend more time with family)</a:t>
            </a:r>
          </a:p>
        </p:txBody>
      </p:sp>
      <p:sp>
        <p:nvSpPr>
          <p:cNvPr id="8" name="Rectangle 7"/>
          <p:cNvSpPr/>
          <p:nvPr/>
        </p:nvSpPr>
        <p:spPr bwMode="auto">
          <a:xfrm>
            <a:off x="486064" y="7017544"/>
            <a:ext cx="5381333" cy="2723356"/>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Hypotheses</a:t>
            </a:r>
          </a:p>
          <a:p>
            <a:pPr>
              <a:defRPr/>
            </a:pPr>
            <a:r>
              <a:rPr lang="en-US" sz="1000" dirty="0">
                <a:latin typeface="Helvetica Neue"/>
                <a:cs typeface="Helvetica Neue"/>
              </a:rPr>
              <a:t>Combine the assumptions from 2, 3, 4 &amp; 5 into the following hypothesis statement: </a:t>
            </a:r>
            <a:br>
              <a:rPr lang="en-US" sz="1000" dirty="0">
                <a:latin typeface="Helvetica Neue"/>
                <a:cs typeface="Helvetica Neue"/>
              </a:rPr>
            </a:br>
            <a:r>
              <a:rPr lang="en-US" sz="1000" i="1" dirty="0">
                <a:latin typeface="Helvetica Neue"/>
                <a:cs typeface="Helvetica Neue"/>
              </a:rPr>
              <a:t>“We believe that [business outcome] will be achieved if [user] attains [benefit] with [feature].”</a:t>
            </a:r>
          </a:p>
          <a:p>
            <a:pPr>
              <a:defRPr/>
            </a:pPr>
            <a:r>
              <a:rPr lang="en-US" sz="1000" i="1" dirty="0">
                <a:latin typeface="Helvetica Neue"/>
                <a:cs typeface="Helvetica Neue"/>
              </a:rPr>
              <a:t>(Hint: Each hypothesis should focus on one feature only.)</a:t>
            </a:r>
          </a:p>
        </p:txBody>
      </p:sp>
      <p:sp>
        <p:nvSpPr>
          <p:cNvPr id="9" name="Rectangle 8"/>
          <p:cNvSpPr/>
          <p:nvPr/>
        </p:nvSpPr>
        <p:spPr bwMode="auto">
          <a:xfrm>
            <a:off x="9677399" y="7010400"/>
            <a:ext cx="5419726" cy="2730500"/>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What’s the least amount of work we need to do to learn the next most important thing?</a:t>
            </a:r>
          </a:p>
          <a:p>
            <a:pPr>
              <a:defRPr/>
            </a:pPr>
            <a:r>
              <a:rPr lang="en-US" sz="1000" dirty="0">
                <a:latin typeface="Helvetica Neue"/>
                <a:cs typeface="Helvetica Neue"/>
              </a:rPr>
              <a:t>Design experiments to learn as fast as you can whether your riskiest assumption is true or false. </a:t>
            </a:r>
            <a:endParaRPr lang="en-US" sz="1000" b="1" dirty="0">
              <a:solidFill>
                <a:schemeClr val="bg1">
                  <a:lumMod val="50000"/>
                </a:schemeClr>
              </a:solidFill>
              <a:latin typeface="Helvetica Neue"/>
              <a:cs typeface="Helvetica Neue"/>
            </a:endParaRPr>
          </a:p>
        </p:txBody>
      </p:sp>
      <p:sp>
        <p:nvSpPr>
          <p:cNvPr id="12" name="Rectangle 11"/>
          <p:cNvSpPr/>
          <p:nvPr/>
        </p:nvSpPr>
        <p:spPr bwMode="auto">
          <a:xfrm>
            <a:off x="457201" y="1059656"/>
            <a:ext cx="5410200" cy="2743200"/>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Business Problem</a:t>
            </a:r>
          </a:p>
          <a:p>
            <a:pPr>
              <a:defRPr/>
            </a:pPr>
            <a:r>
              <a:rPr lang="en-US" sz="1000" dirty="0">
                <a:latin typeface="Helvetica Neue"/>
                <a:cs typeface="Helvetica Neue"/>
              </a:rPr>
              <a:t>What problem does the business have that you are trying to solve? </a:t>
            </a:r>
            <a:br>
              <a:rPr lang="en-US" sz="1000" dirty="0">
                <a:latin typeface="Helvetica Neue"/>
                <a:cs typeface="Helvetica Neue"/>
              </a:rPr>
            </a:br>
            <a:r>
              <a:rPr lang="en-US" sz="1000" i="1" dirty="0">
                <a:latin typeface="Helvetica Neue"/>
                <a:cs typeface="Helvetica Neue"/>
              </a:rPr>
              <a:t>(Hint: Consider your current offerings and how they delver value, changes in the market, delivery channels, competitive threats and customer behavior.)</a:t>
            </a:r>
          </a:p>
        </p:txBody>
      </p:sp>
      <p:sp>
        <p:nvSpPr>
          <p:cNvPr id="14" name="Rectangle 13"/>
          <p:cNvSpPr/>
          <p:nvPr/>
        </p:nvSpPr>
        <p:spPr bwMode="auto">
          <a:xfrm>
            <a:off x="9677400" y="1066800"/>
            <a:ext cx="5419725" cy="2743200"/>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Business Outcomes </a:t>
            </a:r>
            <a:br>
              <a:rPr lang="en-US" sz="2000" b="1" dirty="0">
                <a:latin typeface="Helvetica Neue"/>
                <a:cs typeface="Helvetica Neue"/>
              </a:rPr>
            </a:br>
            <a:r>
              <a:rPr lang="en-US" sz="1000" dirty="0">
                <a:latin typeface="Helvetica Neue"/>
                <a:cs typeface="Helvetica Neue"/>
              </a:rPr>
              <a:t>How will you know you solved the business problem? What will you measure? </a:t>
            </a:r>
          </a:p>
          <a:p>
            <a:pPr>
              <a:defRPr/>
            </a:pPr>
            <a:r>
              <a:rPr lang="en-US" sz="1000" i="1" dirty="0">
                <a:latin typeface="Helvetica Neue"/>
                <a:cs typeface="Helvetica Neue"/>
              </a:rPr>
              <a:t>(Hint: </a:t>
            </a:r>
            <a:r>
              <a:rPr lang="en-US" sz="1000" dirty="0">
                <a:latin typeface="Helvetica Neue"/>
                <a:cs typeface="Helvetica Neue"/>
              </a:rPr>
              <a:t>What will people/users be doing differently if your solutions work? </a:t>
            </a:r>
            <a:r>
              <a:rPr lang="en-US" sz="1000" i="1" dirty="0">
                <a:latin typeface="Helvetica Neue"/>
                <a:cs typeface="Helvetica Neue"/>
              </a:rPr>
              <a:t>Consider metrics that indicate customer success like average order value, time on site, and retention rate.) </a:t>
            </a:r>
          </a:p>
        </p:txBody>
      </p:sp>
      <p:sp>
        <p:nvSpPr>
          <p:cNvPr id="26637" name="Rectangle 15"/>
          <p:cNvSpPr>
            <a:spLocks noChangeArrowheads="1"/>
          </p:cNvSpPr>
          <p:nvPr/>
        </p:nvSpPr>
        <p:spPr bwMode="auto">
          <a:xfrm>
            <a:off x="4800600" y="325438"/>
            <a:ext cx="7772400" cy="547687"/>
          </a:xfrm>
          <a:prstGeom prst="rect">
            <a:avLst/>
          </a:prstGeom>
          <a:solidFill>
            <a:schemeClr val="bg1"/>
          </a:solidFill>
          <a:ln>
            <a:noFill/>
          </a:ln>
        </p:spPr>
        <p:txBody>
          <a:bodyPr/>
          <a:lstStyle/>
          <a:p>
            <a:pPr defTabSz="1463675"/>
            <a:r>
              <a:rPr lang="en-US" sz="1000" dirty="0">
                <a:latin typeface="Helvetica Neue" charset="0"/>
                <a:cs typeface="Helvetica Neue" charset="0"/>
              </a:rPr>
              <a:t>Title of initiative:</a:t>
            </a:r>
          </a:p>
        </p:txBody>
      </p:sp>
      <p:sp>
        <p:nvSpPr>
          <p:cNvPr id="26638" name="Rectangle 17"/>
          <p:cNvSpPr>
            <a:spLocks noChangeArrowheads="1"/>
          </p:cNvSpPr>
          <p:nvPr/>
        </p:nvSpPr>
        <p:spPr bwMode="auto">
          <a:xfrm>
            <a:off x="12801600" y="352425"/>
            <a:ext cx="2286000" cy="228600"/>
          </a:xfrm>
          <a:prstGeom prst="rect">
            <a:avLst/>
          </a:prstGeom>
          <a:solidFill>
            <a:schemeClr val="bg1"/>
          </a:solidFill>
          <a:ln>
            <a:noFill/>
          </a:ln>
        </p:spPr>
        <p:txBody>
          <a:bodyPr/>
          <a:lstStyle/>
          <a:p>
            <a:pPr defTabSz="1463675"/>
            <a:r>
              <a:rPr lang="en-US" sz="1000">
                <a:latin typeface="Helvetica Neue" charset="0"/>
                <a:cs typeface="Helvetica Neue" charset="0"/>
              </a:rPr>
              <a:t>Date:</a:t>
            </a:r>
          </a:p>
        </p:txBody>
      </p:sp>
      <p:sp>
        <p:nvSpPr>
          <p:cNvPr id="26639" name="Rectangle 18"/>
          <p:cNvSpPr>
            <a:spLocks noChangeArrowheads="1"/>
          </p:cNvSpPr>
          <p:nvPr/>
        </p:nvSpPr>
        <p:spPr bwMode="auto">
          <a:xfrm>
            <a:off x="12801600" y="644525"/>
            <a:ext cx="2286000" cy="228600"/>
          </a:xfrm>
          <a:prstGeom prst="rect">
            <a:avLst/>
          </a:prstGeom>
          <a:solidFill>
            <a:schemeClr val="bg1"/>
          </a:solidFill>
          <a:ln>
            <a:noFill/>
          </a:ln>
        </p:spPr>
        <p:txBody>
          <a:bodyPr/>
          <a:lstStyle/>
          <a:p>
            <a:pPr defTabSz="1463675"/>
            <a:r>
              <a:rPr lang="en-US" sz="1000">
                <a:latin typeface="Helvetica Neue" charset="0"/>
                <a:cs typeface="Helvetica Neue" charset="0"/>
              </a:rPr>
              <a:t>Iteration:</a:t>
            </a:r>
          </a:p>
        </p:txBody>
      </p:sp>
      <p:sp>
        <p:nvSpPr>
          <p:cNvPr id="20" name="TextBox 19"/>
          <p:cNvSpPr txBox="1"/>
          <p:nvPr/>
        </p:nvSpPr>
        <p:spPr>
          <a:xfrm>
            <a:off x="7200900" y="2976563"/>
            <a:ext cx="1143000" cy="2124075"/>
          </a:xfrm>
          <a:prstGeom prst="rect">
            <a:avLst/>
          </a:prstGeom>
          <a:noFill/>
        </p:spPr>
        <p:txBody>
          <a:bodyPr>
            <a:spAutoFit/>
          </a:bodyPr>
          <a:lstStyle/>
          <a:p>
            <a:pPr>
              <a:defRPr/>
            </a:pPr>
            <a:r>
              <a:rPr lang="en-US" sz="13200" dirty="0">
                <a:solidFill>
                  <a:schemeClr val="bg1">
                    <a:lumMod val="85000"/>
                  </a:schemeClr>
                </a:solidFill>
                <a:latin typeface="Helvetica Neue"/>
                <a:cs typeface="Helvetica Neue"/>
              </a:rPr>
              <a:t>5</a:t>
            </a:r>
          </a:p>
        </p:txBody>
      </p:sp>
      <p:sp>
        <p:nvSpPr>
          <p:cNvPr id="22" name="TextBox 21"/>
          <p:cNvSpPr txBox="1"/>
          <p:nvPr/>
        </p:nvSpPr>
        <p:spPr>
          <a:xfrm>
            <a:off x="2811463" y="4429125"/>
            <a:ext cx="1143000" cy="2124075"/>
          </a:xfrm>
          <a:prstGeom prst="rect">
            <a:avLst/>
          </a:prstGeom>
          <a:noFill/>
        </p:spPr>
        <p:txBody>
          <a:bodyPr>
            <a:spAutoFit/>
          </a:bodyPr>
          <a:lstStyle/>
          <a:p>
            <a:pPr>
              <a:defRPr/>
            </a:pPr>
            <a:r>
              <a:rPr lang="en-US" sz="13200" dirty="0">
                <a:solidFill>
                  <a:schemeClr val="bg1">
                    <a:lumMod val="85000"/>
                  </a:schemeClr>
                </a:solidFill>
                <a:latin typeface="Helvetica Neue"/>
                <a:cs typeface="Helvetica Neue"/>
              </a:rPr>
              <a:t>3</a:t>
            </a:r>
          </a:p>
        </p:txBody>
      </p:sp>
      <p:sp>
        <p:nvSpPr>
          <p:cNvPr id="23" name="TextBox 22"/>
          <p:cNvSpPr txBox="1"/>
          <p:nvPr/>
        </p:nvSpPr>
        <p:spPr>
          <a:xfrm>
            <a:off x="11582400" y="7663512"/>
            <a:ext cx="1087347" cy="2124075"/>
          </a:xfrm>
          <a:prstGeom prst="rect">
            <a:avLst/>
          </a:prstGeom>
          <a:noFill/>
        </p:spPr>
        <p:txBody>
          <a:bodyPr wrap="square">
            <a:spAutoFit/>
          </a:bodyPr>
          <a:lstStyle/>
          <a:p>
            <a:pPr>
              <a:defRPr/>
            </a:pPr>
            <a:r>
              <a:rPr lang="en-US" sz="13200" dirty="0">
                <a:solidFill>
                  <a:schemeClr val="bg1">
                    <a:lumMod val="85000"/>
                  </a:schemeClr>
                </a:solidFill>
                <a:latin typeface="Helvetica Neue"/>
                <a:cs typeface="Helvetica Neue"/>
              </a:rPr>
              <a:t>8</a:t>
            </a:r>
          </a:p>
        </p:txBody>
      </p:sp>
      <p:sp>
        <p:nvSpPr>
          <p:cNvPr id="24" name="TextBox 23"/>
          <p:cNvSpPr txBox="1"/>
          <p:nvPr/>
        </p:nvSpPr>
        <p:spPr>
          <a:xfrm>
            <a:off x="2743200" y="1704994"/>
            <a:ext cx="1143000" cy="2124075"/>
          </a:xfrm>
          <a:prstGeom prst="rect">
            <a:avLst/>
          </a:prstGeom>
          <a:noFill/>
        </p:spPr>
        <p:txBody>
          <a:bodyPr>
            <a:spAutoFit/>
          </a:bodyPr>
          <a:lstStyle/>
          <a:p>
            <a:pPr>
              <a:defRPr/>
            </a:pPr>
            <a:r>
              <a:rPr lang="en-US" sz="13200" dirty="0">
                <a:solidFill>
                  <a:schemeClr val="bg1">
                    <a:lumMod val="85000"/>
                  </a:schemeClr>
                </a:solidFill>
                <a:latin typeface="Helvetica Neue"/>
                <a:cs typeface="Helvetica Neue"/>
              </a:rPr>
              <a:t>1</a:t>
            </a:r>
          </a:p>
        </p:txBody>
      </p:sp>
      <p:sp>
        <p:nvSpPr>
          <p:cNvPr id="25" name="TextBox 24"/>
          <p:cNvSpPr txBox="1"/>
          <p:nvPr/>
        </p:nvSpPr>
        <p:spPr>
          <a:xfrm>
            <a:off x="2811463" y="7663512"/>
            <a:ext cx="1143000" cy="2124075"/>
          </a:xfrm>
          <a:prstGeom prst="rect">
            <a:avLst/>
          </a:prstGeom>
          <a:noFill/>
        </p:spPr>
        <p:txBody>
          <a:bodyPr>
            <a:spAutoFit/>
          </a:bodyPr>
          <a:lstStyle/>
          <a:p>
            <a:pPr>
              <a:defRPr/>
            </a:pPr>
            <a:r>
              <a:rPr lang="en-US" sz="13200" dirty="0">
                <a:solidFill>
                  <a:schemeClr val="bg1">
                    <a:lumMod val="85000"/>
                  </a:schemeClr>
                </a:solidFill>
                <a:latin typeface="Helvetica Neue"/>
                <a:cs typeface="Helvetica Neue"/>
              </a:rPr>
              <a:t>6</a:t>
            </a:r>
          </a:p>
        </p:txBody>
      </p:sp>
      <p:sp>
        <p:nvSpPr>
          <p:cNvPr id="26" name="TextBox 25"/>
          <p:cNvSpPr txBox="1"/>
          <p:nvPr/>
        </p:nvSpPr>
        <p:spPr>
          <a:xfrm>
            <a:off x="11590335" y="4476218"/>
            <a:ext cx="1143000" cy="2124075"/>
          </a:xfrm>
          <a:prstGeom prst="rect">
            <a:avLst/>
          </a:prstGeom>
          <a:noFill/>
        </p:spPr>
        <p:txBody>
          <a:bodyPr>
            <a:spAutoFit/>
          </a:bodyPr>
          <a:lstStyle/>
          <a:p>
            <a:pPr>
              <a:defRPr/>
            </a:pPr>
            <a:r>
              <a:rPr lang="en-US" sz="13200" dirty="0">
                <a:solidFill>
                  <a:schemeClr val="bg1">
                    <a:lumMod val="85000"/>
                  </a:schemeClr>
                </a:solidFill>
                <a:latin typeface="Helvetica Neue"/>
                <a:cs typeface="Helvetica Neue"/>
              </a:rPr>
              <a:t>4</a:t>
            </a:r>
          </a:p>
        </p:txBody>
      </p:sp>
      <p:sp>
        <p:nvSpPr>
          <p:cNvPr id="27" name="TextBox 26"/>
          <p:cNvSpPr txBox="1"/>
          <p:nvPr/>
        </p:nvSpPr>
        <p:spPr>
          <a:xfrm>
            <a:off x="7162800" y="7663512"/>
            <a:ext cx="1143000" cy="2124075"/>
          </a:xfrm>
          <a:prstGeom prst="rect">
            <a:avLst/>
          </a:prstGeom>
          <a:noFill/>
        </p:spPr>
        <p:txBody>
          <a:bodyPr>
            <a:spAutoFit/>
          </a:bodyPr>
          <a:lstStyle/>
          <a:p>
            <a:pPr>
              <a:defRPr/>
            </a:pPr>
            <a:r>
              <a:rPr lang="en-US" sz="13200" dirty="0">
                <a:solidFill>
                  <a:schemeClr val="bg1">
                    <a:lumMod val="85000"/>
                  </a:schemeClr>
                </a:solidFill>
                <a:latin typeface="Helvetica Neue"/>
                <a:cs typeface="Helvetica Neue"/>
              </a:rPr>
              <a:t>7</a:t>
            </a:r>
          </a:p>
        </p:txBody>
      </p:sp>
      <p:sp>
        <p:nvSpPr>
          <p:cNvPr id="28" name="TextBox 27"/>
          <p:cNvSpPr txBox="1"/>
          <p:nvPr/>
        </p:nvSpPr>
        <p:spPr>
          <a:xfrm>
            <a:off x="11658599" y="1699031"/>
            <a:ext cx="1143000" cy="2124075"/>
          </a:xfrm>
          <a:prstGeom prst="rect">
            <a:avLst/>
          </a:prstGeom>
          <a:noFill/>
        </p:spPr>
        <p:txBody>
          <a:bodyPr>
            <a:spAutoFit/>
          </a:bodyPr>
          <a:lstStyle/>
          <a:p>
            <a:pPr>
              <a:defRPr/>
            </a:pPr>
            <a:r>
              <a:rPr lang="en-US" sz="13200" dirty="0">
                <a:solidFill>
                  <a:schemeClr val="bg1">
                    <a:lumMod val="85000"/>
                  </a:schemeClr>
                </a:solidFill>
                <a:latin typeface="Helvetica Neue"/>
                <a:cs typeface="Helvetica Neue"/>
              </a:rPr>
              <a:t>2</a:t>
            </a:r>
          </a:p>
        </p:txBody>
      </p:sp>
      <p:sp>
        <p:nvSpPr>
          <p:cNvPr id="13" name="TextBox 12"/>
          <p:cNvSpPr txBox="1"/>
          <p:nvPr/>
        </p:nvSpPr>
        <p:spPr>
          <a:xfrm>
            <a:off x="1432216" y="9672935"/>
            <a:ext cx="13664910" cy="461665"/>
          </a:xfrm>
          <a:prstGeom prst="rect">
            <a:avLst/>
          </a:prstGeom>
          <a:noFill/>
        </p:spPr>
        <p:txBody>
          <a:bodyPr wrap="square" rtlCol="0">
            <a:spAutoFit/>
          </a:bodyPr>
          <a:lstStyle/>
          <a:p>
            <a:r>
              <a:rPr lang="en-US" sz="1600" dirty="0">
                <a:latin typeface="Helvetica Neue" charset="0"/>
                <a:ea typeface="Helvetica Neue" charset="0"/>
                <a:cs typeface="Helvetica Neue" charset="0"/>
              </a:rPr>
              <a:t>Download this canvas at: </a:t>
            </a:r>
            <a:r>
              <a:rPr lang="en-US" sz="1600" b="1" u="sng" dirty="0">
                <a:latin typeface="Helvetica Neue" charset="0"/>
                <a:ea typeface="Helvetica Neue" charset="0"/>
                <a:cs typeface="Helvetica Neue" charset="0"/>
              </a:rPr>
              <a:t>www.jeffgothelf.com/blog/leanuxcanvas-v2</a:t>
            </a:r>
            <a:r>
              <a:rPr lang="en-US" sz="1600" dirty="0">
                <a:latin typeface="Helvetica Neue" charset="0"/>
                <a:ea typeface="Helvetica Neue" charset="0"/>
                <a:cs typeface="Helvetica Neue" charset="0"/>
              </a:rPr>
              <a:t>  </a:t>
            </a:r>
            <a:r>
              <a:rPr lang="en-US" sz="2400" dirty="0">
                <a:solidFill>
                  <a:srgbClr val="FF0000"/>
                </a:solidFill>
                <a:latin typeface="Helvetica Neue" charset="0"/>
                <a:ea typeface="Helvetica Neue" charset="0"/>
                <a:cs typeface="Helvetica Neue" charset="0"/>
              </a:rPr>
              <a:t>	</a:t>
            </a:r>
          </a:p>
        </p:txBody>
      </p:sp>
      <p:pic>
        <p:nvPicPr>
          <p:cNvPr id="15" name="Picture 14"/>
          <p:cNvPicPr>
            <a:picLocks noChangeAspect="1"/>
          </p:cNvPicPr>
          <p:nvPr/>
        </p:nvPicPr>
        <p:blipFill>
          <a:blip r:embed="rId3"/>
          <a:stretch>
            <a:fillRect/>
          </a:stretch>
        </p:blipFill>
        <p:spPr>
          <a:xfrm>
            <a:off x="406690" y="9834274"/>
            <a:ext cx="1016000" cy="190500"/>
          </a:xfrm>
          <a:prstGeom prst="rect">
            <a:avLst/>
          </a:prstGeom>
        </p:spPr>
      </p:pic>
      <p:sp>
        <p:nvSpPr>
          <p:cNvPr id="10" name="Rectangle 9"/>
          <p:cNvSpPr/>
          <p:nvPr/>
        </p:nvSpPr>
        <p:spPr bwMode="auto">
          <a:xfrm>
            <a:off x="5867399" y="7010400"/>
            <a:ext cx="3809999" cy="2730500"/>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What’s the most important thing we need to learn first?</a:t>
            </a:r>
          </a:p>
          <a:p>
            <a:pPr>
              <a:defRPr/>
            </a:pPr>
            <a:r>
              <a:rPr lang="en-US" sz="1000" dirty="0">
                <a:latin typeface="Helvetica Neue"/>
                <a:cs typeface="Helvetica Neue"/>
              </a:rPr>
              <a:t>For each hypothesis from Box 6, identify its riskiest assumptions. Then determine the riskiest one right now. This is the assumption that will cause the entire idea to fail if it’s wrong. </a:t>
            </a:r>
          </a:p>
          <a:p>
            <a:pPr>
              <a:defRPr/>
            </a:pPr>
            <a:endParaRPr lang="en-US" sz="1000" dirty="0">
              <a:latin typeface="Helvetica Neue"/>
              <a:cs typeface="Helvetica Neue"/>
            </a:endParaRPr>
          </a:p>
          <a:p>
            <a:pPr>
              <a:defRPr/>
            </a:pPr>
            <a:r>
              <a:rPr lang="en-US" sz="1000" i="1" dirty="0">
                <a:latin typeface="Helvetica Neue"/>
                <a:cs typeface="Helvetica Neue"/>
              </a:rPr>
              <a:t>(Hint: In the early stages of a hypothesis focus on risks to value rather than feasibility.) </a:t>
            </a:r>
          </a:p>
        </p:txBody>
      </p:sp>
      <p:sp>
        <p:nvSpPr>
          <p:cNvPr id="29" name="Rectangle 28"/>
          <p:cNvSpPr/>
          <p:nvPr/>
        </p:nvSpPr>
        <p:spPr bwMode="auto">
          <a:xfrm>
            <a:off x="486064" y="1066800"/>
            <a:ext cx="5371811" cy="5917387"/>
          </a:xfrm>
          <a:prstGeom prst="rect">
            <a:avLst/>
          </a:prstGeom>
          <a:solidFill>
            <a:srgbClr val="FF0000">
              <a:alpha val="19000"/>
            </a:srgbClr>
          </a:solidFill>
          <a:ln w="3175" cap="flat" cmpd="sng" algn="ctr">
            <a:solidFill>
              <a:srgbClr val="808080"/>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1463675" rtl="0" eaLnBrk="1" fontAlgn="base" latinLnBrk="0" hangingPunct="1">
              <a:lnSpc>
                <a:spcPct val="100000"/>
              </a:lnSpc>
              <a:spcBef>
                <a:spcPct val="0"/>
              </a:spcBef>
              <a:spcAft>
                <a:spcPct val="0"/>
              </a:spcAft>
              <a:buClrTx/>
              <a:buSzTx/>
              <a:buFontTx/>
              <a:buNone/>
            </a:pPr>
            <a:endParaRPr kumimoji="0" lang="es-ES" sz="2900" b="0" i="0" u="none" strike="noStrike" cap="none" normalizeH="0" baseline="0" dirty="0">
              <a:ln>
                <a:noFill/>
              </a:ln>
              <a:solidFill>
                <a:schemeClr val="tx1"/>
              </a:solidFill>
              <a:effectLst/>
              <a:latin typeface="Arial" panose="020B0604020202020204" pitchFamily="34" charset="0"/>
            </a:endParaRPr>
          </a:p>
        </p:txBody>
      </p:sp>
      <p:sp>
        <p:nvSpPr>
          <p:cNvPr id="30" name="Rectangle 29"/>
          <p:cNvSpPr/>
          <p:nvPr/>
        </p:nvSpPr>
        <p:spPr bwMode="auto">
          <a:xfrm>
            <a:off x="9677398" y="1066800"/>
            <a:ext cx="5371811" cy="5917387"/>
          </a:xfrm>
          <a:prstGeom prst="rect">
            <a:avLst/>
          </a:prstGeom>
          <a:solidFill>
            <a:srgbClr val="FF0000">
              <a:alpha val="19000"/>
            </a:srgbClr>
          </a:solidFill>
          <a:ln w="3175" cap="flat" cmpd="sng" algn="ctr">
            <a:solidFill>
              <a:srgbClr val="808080"/>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1463675" rtl="0" eaLnBrk="1" fontAlgn="base" latinLnBrk="0" hangingPunct="1">
              <a:lnSpc>
                <a:spcPct val="100000"/>
              </a:lnSpc>
              <a:spcBef>
                <a:spcPct val="0"/>
              </a:spcBef>
              <a:spcAft>
                <a:spcPct val="0"/>
              </a:spcAft>
              <a:buClrTx/>
              <a:buSzTx/>
              <a:buFontTx/>
              <a:buNone/>
            </a:pPr>
            <a:endParaRPr kumimoji="0" lang="es-ES" sz="2900" b="0" i="0" u="none" strike="noStrike" cap="none" normalizeH="0" baseline="0" dirty="0">
              <a:ln>
                <a:noFill/>
              </a:ln>
              <a:solidFill>
                <a:schemeClr val="tx1"/>
              </a:solidFill>
              <a:effectLst/>
              <a:latin typeface="Arial" panose="020B0604020202020204" pitchFamily="34" charset="0"/>
            </a:endParaRPr>
          </a:p>
        </p:txBody>
      </p:sp>
      <p:sp>
        <p:nvSpPr>
          <p:cNvPr id="31" name="Rectangle 30"/>
          <p:cNvSpPr/>
          <p:nvPr/>
        </p:nvSpPr>
        <p:spPr bwMode="auto">
          <a:xfrm>
            <a:off x="5886738" y="1083112"/>
            <a:ext cx="3752269" cy="5917387"/>
          </a:xfrm>
          <a:prstGeom prst="rect">
            <a:avLst/>
          </a:prstGeom>
          <a:solidFill>
            <a:srgbClr val="00B0F0">
              <a:alpha val="20000"/>
            </a:srgbClr>
          </a:solidFill>
          <a:ln w="3175" cap="flat" cmpd="sng" algn="ctr">
            <a:solidFill>
              <a:srgbClr val="808080"/>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1463675" rtl="0" eaLnBrk="1" fontAlgn="base" latinLnBrk="0" hangingPunct="1">
              <a:lnSpc>
                <a:spcPct val="100000"/>
              </a:lnSpc>
              <a:spcBef>
                <a:spcPct val="0"/>
              </a:spcBef>
              <a:spcAft>
                <a:spcPct val="0"/>
              </a:spcAft>
              <a:buClrTx/>
              <a:buSzTx/>
              <a:buFontTx/>
              <a:buNone/>
            </a:pPr>
            <a:endParaRPr kumimoji="0" lang="es-ES" sz="2900" b="0" i="0" u="none" strike="noStrike" cap="none" normalizeH="0" baseline="0" dirty="0">
              <a:ln>
                <a:noFill/>
              </a:ln>
              <a:solidFill>
                <a:schemeClr val="tx1"/>
              </a:solidFill>
              <a:effectLst/>
              <a:latin typeface="Arial" panose="020B0604020202020204" pitchFamily="34" charset="0"/>
            </a:endParaRPr>
          </a:p>
        </p:txBody>
      </p:sp>
      <p:sp>
        <p:nvSpPr>
          <p:cNvPr id="32" name="Right Arrow 31"/>
          <p:cNvSpPr/>
          <p:nvPr/>
        </p:nvSpPr>
        <p:spPr bwMode="auto">
          <a:xfrm>
            <a:off x="4783818" y="3030975"/>
            <a:ext cx="5958107" cy="1500544"/>
          </a:xfrm>
          <a:prstGeom prst="rightArrow">
            <a:avLst/>
          </a:prstGeom>
          <a:solidFill>
            <a:schemeClr val="bg1">
              <a:alpha val="43000"/>
            </a:schemeClr>
          </a:solidFill>
          <a:ln w="3175" cap="flat" cmpd="sng" algn="ctr">
            <a:no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1463675" rtl="0" eaLnBrk="1" fontAlgn="base" latinLnBrk="0" hangingPunct="1">
              <a:lnSpc>
                <a:spcPct val="100000"/>
              </a:lnSpc>
              <a:spcBef>
                <a:spcPct val="0"/>
              </a:spcBef>
              <a:spcAft>
                <a:spcPct val="0"/>
              </a:spcAft>
              <a:buClrTx/>
              <a:buSzTx/>
              <a:buFontTx/>
              <a:buNone/>
            </a:pPr>
            <a:endParaRPr kumimoji="0" lang="es-ES" sz="2900" b="0" i="0" u="none" strike="noStrike" cap="none" normalizeH="0" baseline="0">
              <a:ln>
                <a:noFill/>
              </a:ln>
              <a:solidFill>
                <a:schemeClr val="tx1"/>
              </a:solidFill>
              <a:effectLst/>
              <a:latin typeface="Arial" panose="020B0604020202020204" pitchFamily="34" charset="0"/>
            </a:endParaRPr>
          </a:p>
        </p:txBody>
      </p:sp>
      <p:sp>
        <p:nvSpPr>
          <p:cNvPr id="33" name="Rectangle 32"/>
          <p:cNvSpPr/>
          <p:nvPr/>
        </p:nvSpPr>
        <p:spPr bwMode="auto">
          <a:xfrm>
            <a:off x="495589" y="7026275"/>
            <a:ext cx="14553620" cy="2685872"/>
          </a:xfrm>
          <a:prstGeom prst="rect">
            <a:avLst/>
          </a:prstGeom>
          <a:solidFill>
            <a:srgbClr val="00B050">
              <a:alpha val="19000"/>
            </a:srgbClr>
          </a:solidFill>
          <a:ln w="3175" cap="flat" cmpd="sng" algn="ctr">
            <a:solidFill>
              <a:srgbClr val="808080"/>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1463675" rtl="0" eaLnBrk="1" fontAlgn="base" latinLnBrk="0" hangingPunct="1">
              <a:lnSpc>
                <a:spcPct val="100000"/>
              </a:lnSpc>
              <a:spcBef>
                <a:spcPct val="0"/>
              </a:spcBef>
              <a:spcAft>
                <a:spcPct val="0"/>
              </a:spcAft>
              <a:buClrTx/>
              <a:buSzTx/>
              <a:buFontTx/>
              <a:buNone/>
            </a:pPr>
            <a:endParaRPr kumimoji="0" lang="es-ES" sz="2900" b="0" i="0" u="none" strike="noStrike" cap="none" normalizeH="0" baseline="0" dirty="0">
              <a:ln>
                <a:noFill/>
              </a:ln>
              <a:solidFill>
                <a:schemeClr val="tx1"/>
              </a:solidFill>
              <a:effectLst/>
              <a:latin typeface="Arial" panose="020B0604020202020204" pitchFamily="34" charset="0"/>
            </a:endParaRPr>
          </a:p>
        </p:txBody>
      </p:sp>
      <p:sp>
        <p:nvSpPr>
          <p:cNvPr id="34" name="TextBox 33"/>
          <p:cNvSpPr txBox="1"/>
          <p:nvPr/>
        </p:nvSpPr>
        <p:spPr>
          <a:xfrm>
            <a:off x="2260854" y="2978210"/>
            <a:ext cx="1822230" cy="1446550"/>
          </a:xfrm>
          <a:prstGeom prst="rect">
            <a:avLst/>
          </a:prstGeom>
          <a:noFill/>
        </p:spPr>
        <p:txBody>
          <a:bodyPr wrap="none" rtlCol="0">
            <a:spAutoFit/>
          </a:bodyPr>
          <a:lstStyle/>
          <a:p>
            <a:r>
              <a:rPr lang="es-ES" sz="8800" dirty="0">
                <a:solidFill>
                  <a:schemeClr val="bg1"/>
                </a:solidFill>
                <a:effectLst>
                  <a:outerShdw blurRad="50800" dist="38100" dir="2700000" algn="tl" rotWithShape="0">
                    <a:prstClr val="black">
                      <a:alpha val="40000"/>
                    </a:prstClr>
                  </a:outerShdw>
                </a:effectLst>
                <a:latin typeface="DIN Condensed" pitchFamily="2" charset="0"/>
              </a:rPr>
              <a:t>NOW</a:t>
            </a:r>
          </a:p>
        </p:txBody>
      </p:sp>
      <p:sp>
        <p:nvSpPr>
          <p:cNvPr id="35" name="TextBox 34"/>
          <p:cNvSpPr txBox="1"/>
          <p:nvPr/>
        </p:nvSpPr>
        <p:spPr>
          <a:xfrm>
            <a:off x="5950860" y="2386548"/>
            <a:ext cx="3460128" cy="3785652"/>
          </a:xfrm>
          <a:prstGeom prst="rect">
            <a:avLst/>
          </a:prstGeom>
          <a:noFill/>
        </p:spPr>
        <p:txBody>
          <a:bodyPr wrap="square" rtlCol="0">
            <a:spAutoFit/>
          </a:bodyPr>
          <a:lstStyle/>
          <a:p>
            <a:r>
              <a:rPr lang="es-ES" sz="6000" dirty="0">
                <a:solidFill>
                  <a:schemeClr val="bg1"/>
                </a:solidFill>
                <a:effectLst>
                  <a:outerShdw blurRad="50800" dist="38100" dir="2700000" algn="tl" rotWithShape="0">
                    <a:prstClr val="black">
                      <a:alpha val="40000"/>
                    </a:prstClr>
                  </a:outerShdw>
                </a:effectLst>
                <a:latin typeface="DIN Condensed" pitchFamily="2" charset="0"/>
              </a:rPr>
              <a:t>HOW DO WE THINK WE WILL GET THERE?</a:t>
            </a:r>
          </a:p>
        </p:txBody>
      </p:sp>
      <p:sp>
        <p:nvSpPr>
          <p:cNvPr id="36" name="TextBox 35"/>
          <p:cNvSpPr txBox="1"/>
          <p:nvPr/>
        </p:nvSpPr>
        <p:spPr>
          <a:xfrm>
            <a:off x="591137" y="7719764"/>
            <a:ext cx="14362522" cy="1446550"/>
          </a:xfrm>
          <a:prstGeom prst="rect">
            <a:avLst/>
          </a:prstGeom>
          <a:noFill/>
        </p:spPr>
        <p:txBody>
          <a:bodyPr wrap="none" rtlCol="0">
            <a:spAutoFit/>
          </a:bodyPr>
          <a:lstStyle/>
          <a:p>
            <a:r>
              <a:rPr lang="es-ES" sz="8800" dirty="0">
                <a:solidFill>
                  <a:schemeClr val="bg1"/>
                </a:solidFill>
                <a:effectLst>
                  <a:outerShdw blurRad="50800" dist="38100" dir="2700000" algn="tl" rotWithShape="0">
                    <a:prstClr val="black">
                      <a:alpha val="40000"/>
                    </a:prstClr>
                  </a:outerShdw>
                </a:effectLst>
                <a:latin typeface="DIN Condensed" pitchFamily="2" charset="0"/>
              </a:rPr>
              <a:t>HOW WILL WE FIND OUT IF WE’RE RIGHT?</a:t>
            </a:r>
          </a:p>
        </p:txBody>
      </p:sp>
      <p:sp>
        <p:nvSpPr>
          <p:cNvPr id="37" name="TextBox 36"/>
          <p:cNvSpPr txBox="1"/>
          <p:nvPr/>
        </p:nvSpPr>
        <p:spPr>
          <a:xfrm>
            <a:off x="11442659" y="3056939"/>
            <a:ext cx="2272225" cy="1446550"/>
          </a:xfrm>
          <a:prstGeom prst="rect">
            <a:avLst/>
          </a:prstGeom>
          <a:noFill/>
        </p:spPr>
        <p:txBody>
          <a:bodyPr wrap="none" rtlCol="0">
            <a:spAutoFit/>
          </a:bodyPr>
          <a:lstStyle/>
          <a:p>
            <a:r>
              <a:rPr lang="es-ES" sz="8800" dirty="0">
                <a:solidFill>
                  <a:schemeClr val="bg1"/>
                </a:solidFill>
                <a:effectLst>
                  <a:outerShdw blurRad="50800" dist="38100" dir="2700000" algn="tl" rotWithShape="0">
                    <a:prstClr val="black">
                      <a:alpha val="40000"/>
                    </a:prstClr>
                  </a:outerShdw>
                </a:effectLst>
                <a:latin typeface="DIN Condensed" pitchFamily="2" charset="0"/>
              </a:rPr>
              <a:t>LATER</a:t>
            </a:r>
          </a:p>
        </p:txBody>
      </p:sp>
    </p:spTree>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3175" cap="flat" cmpd="sng" algn="ctr">
          <a:solidFill>
            <a:srgbClr val="808080"/>
          </a:solidFill>
          <a:prstDash val="solid"/>
          <a:round/>
          <a:headEnd type="none" w="med" len="med"/>
          <a:tailEnd type="none" w="med" len="med"/>
        </a:ln>
      </a:spPr>
      <a:bodyPr vert="horz" wrap="square" lIns="91440" tIns="45720" rIns="91440" bIns="45720" numCol="1" anchor="t" anchorCtr="0" compatLnSpc="1"/>
      <a:lstStyle>
        <a:defPPr marL="0" marR="0" indent="0" algn="l" defTabSz="1463675" rtl="0" eaLnBrk="1" fontAlgn="base" latinLnBrk="0" hangingPunct="1">
          <a:lnSpc>
            <a:spcPct val="100000"/>
          </a:lnSpc>
          <a:spcBef>
            <a:spcPct val="0"/>
          </a:spcBef>
          <a:spcAft>
            <a:spcPct val="0"/>
          </a:spcAft>
          <a:buClrTx/>
          <a:buSzTx/>
          <a:buFontTx/>
          <a:buNone/>
          <a:defRPr kumimoji="0" lang="en-US" sz="2900" b="0"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noFill/>
        <a:ln w="3175" cap="flat" cmpd="sng" algn="ctr">
          <a:solidFill>
            <a:srgbClr val="808080"/>
          </a:solidFill>
          <a:prstDash val="solid"/>
          <a:round/>
          <a:headEnd type="none" w="med" len="med"/>
          <a:tailEnd type="none" w="med" len="med"/>
        </a:ln>
      </a:spPr>
      <a:bodyPr vert="horz" wrap="square" lIns="91440" tIns="45720" rIns="91440" bIns="45720" numCol="1" anchor="t" anchorCtr="0" compatLnSpc="1"/>
      <a:lstStyle>
        <a:defPPr marL="0" marR="0" indent="0" algn="l" defTabSz="1463675" rtl="0" eaLnBrk="1" fontAlgn="base" latinLnBrk="0" hangingPunct="1">
          <a:lnSpc>
            <a:spcPct val="100000"/>
          </a:lnSpc>
          <a:spcBef>
            <a:spcPct val="0"/>
          </a:spcBef>
          <a:spcAft>
            <a:spcPct val="0"/>
          </a:spcAft>
          <a:buClrTx/>
          <a:buSzTx/>
          <a:buFontTx/>
          <a:buNone/>
          <a:defRPr kumimoji="0" lang="en-US" sz="2900" b="0"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TotalTime>
  <Words>1030</Words>
  <Application>Microsoft Office PowerPoint</Application>
  <PresentationFormat>Personalizado</PresentationFormat>
  <Paragraphs>82</Paragraphs>
  <Slides>2</Slides>
  <Notes>2</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2</vt:i4>
      </vt:variant>
    </vt:vector>
  </HeadingPairs>
  <TitlesOfParts>
    <vt:vector size="7" baseType="lpstr">
      <vt:lpstr>Arial</vt:lpstr>
      <vt:lpstr>DIN Condensed</vt:lpstr>
      <vt:lpstr>Helvetica</vt:lpstr>
      <vt:lpstr>Helvetica Neue</vt:lpstr>
      <vt:lpstr>Default Design</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Jeff Patton</dc:creator>
  <cp:lastModifiedBy>Fabrizio Contreras Peralta</cp:lastModifiedBy>
  <cp:revision>426</cp:revision>
  <cp:lastPrinted>2026-04-04T00:09:49Z</cp:lastPrinted>
  <dcterms:created xsi:type="dcterms:W3CDTF">2026-04-04T00:09:49Z</dcterms:created>
  <dcterms:modified xsi:type="dcterms:W3CDTF">2026-04-04T15:35:50Z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
  </property>
  <property fmtid="{D5CDD505-2E9C-101B-9397-08002B2CF9AE}" pid="3" name="KSOProductBuildVer">
    <vt:lpwstr>1033-11.1.0.11723</vt:lpwstr>
  </property>
</Properties>
</file>