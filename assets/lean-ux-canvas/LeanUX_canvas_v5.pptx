
<file path=[Content_Types].xml><?xml version="1.0" encoding="utf-8"?>
<Types xmlns="http://schemas.openxmlformats.org/package/2006/content-types">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6"/>
  </p:handoutMasterIdLst>
  <p:sldIdLst>
    <p:sldId id="281" r:id="rId3"/>
    <p:sldId id="283" r:id="rId5"/>
  </p:sldIdLst>
  <p:sldSz cx="15544800" cy="10058400"/>
  <p:notesSz cx="9601200" cy="15087600"/>
  <p:defaultTextStyle>
    <a:defPPr>
      <a:defRPr lang="en-US"/>
    </a:defPPr>
    <a:lvl1pPr algn="l" rtl="0" fontAlgn="base">
      <a:spcBef>
        <a:spcPct val="0"/>
      </a:spcBef>
      <a:spcAft>
        <a:spcPct val="0"/>
      </a:spcAft>
      <a:defRPr sz="2900" kern="1200">
        <a:solidFill>
          <a:schemeClr val="tx1"/>
        </a:solidFill>
        <a:latin typeface="Arial" panose="020B0604020202020204" pitchFamily="34" charset="0"/>
        <a:ea typeface="MS PGothic" charset="0"/>
        <a:cs typeface="MS PGothic" charset="0"/>
      </a:defRPr>
    </a:lvl1pPr>
    <a:lvl2pPr marL="457200" algn="l" rtl="0" fontAlgn="base">
      <a:spcBef>
        <a:spcPct val="0"/>
      </a:spcBef>
      <a:spcAft>
        <a:spcPct val="0"/>
      </a:spcAft>
      <a:defRPr sz="2900" kern="1200">
        <a:solidFill>
          <a:schemeClr val="tx1"/>
        </a:solidFill>
        <a:latin typeface="Arial" panose="020B0604020202020204" pitchFamily="34" charset="0"/>
        <a:ea typeface="MS PGothic" charset="0"/>
        <a:cs typeface="MS PGothic" charset="0"/>
      </a:defRPr>
    </a:lvl2pPr>
    <a:lvl3pPr marL="914400" algn="l" rtl="0" fontAlgn="base">
      <a:spcBef>
        <a:spcPct val="0"/>
      </a:spcBef>
      <a:spcAft>
        <a:spcPct val="0"/>
      </a:spcAft>
      <a:defRPr sz="2900" kern="1200">
        <a:solidFill>
          <a:schemeClr val="tx1"/>
        </a:solidFill>
        <a:latin typeface="Arial" panose="020B0604020202020204" pitchFamily="34" charset="0"/>
        <a:ea typeface="MS PGothic" charset="0"/>
        <a:cs typeface="MS PGothic" charset="0"/>
      </a:defRPr>
    </a:lvl3pPr>
    <a:lvl4pPr marL="1371600" algn="l" rtl="0" fontAlgn="base">
      <a:spcBef>
        <a:spcPct val="0"/>
      </a:spcBef>
      <a:spcAft>
        <a:spcPct val="0"/>
      </a:spcAft>
      <a:defRPr sz="2900" kern="1200">
        <a:solidFill>
          <a:schemeClr val="tx1"/>
        </a:solidFill>
        <a:latin typeface="Arial" panose="020B0604020202020204" pitchFamily="34" charset="0"/>
        <a:ea typeface="MS PGothic" charset="0"/>
        <a:cs typeface="MS PGothic" charset="0"/>
      </a:defRPr>
    </a:lvl4pPr>
    <a:lvl5pPr marL="1828800" algn="l" rtl="0" fontAlgn="base">
      <a:spcBef>
        <a:spcPct val="0"/>
      </a:spcBef>
      <a:spcAft>
        <a:spcPct val="0"/>
      </a:spcAft>
      <a:defRPr sz="2900" kern="1200">
        <a:solidFill>
          <a:schemeClr val="tx1"/>
        </a:solidFill>
        <a:latin typeface="Arial" panose="020B0604020202020204" pitchFamily="34" charset="0"/>
        <a:ea typeface="MS PGothic" charset="0"/>
        <a:cs typeface="MS PGothic" charset="0"/>
      </a:defRPr>
    </a:lvl5pPr>
    <a:lvl6pPr marL="2286000" algn="l" defTabSz="457200" rtl="0" eaLnBrk="1" latinLnBrk="0" hangingPunct="1">
      <a:defRPr sz="2900" kern="1200">
        <a:solidFill>
          <a:schemeClr val="tx1"/>
        </a:solidFill>
        <a:latin typeface="Arial" panose="020B0604020202020204" pitchFamily="34" charset="0"/>
        <a:ea typeface="MS PGothic" charset="0"/>
        <a:cs typeface="MS PGothic" charset="0"/>
      </a:defRPr>
    </a:lvl6pPr>
    <a:lvl7pPr marL="2743200" algn="l" defTabSz="457200" rtl="0" eaLnBrk="1" latinLnBrk="0" hangingPunct="1">
      <a:defRPr sz="2900" kern="1200">
        <a:solidFill>
          <a:schemeClr val="tx1"/>
        </a:solidFill>
        <a:latin typeface="Arial" panose="020B0604020202020204" pitchFamily="34" charset="0"/>
        <a:ea typeface="MS PGothic" charset="0"/>
        <a:cs typeface="MS PGothic" charset="0"/>
      </a:defRPr>
    </a:lvl7pPr>
    <a:lvl8pPr marL="3200400" algn="l" defTabSz="457200" rtl="0" eaLnBrk="1" latinLnBrk="0" hangingPunct="1">
      <a:defRPr sz="2900" kern="1200">
        <a:solidFill>
          <a:schemeClr val="tx1"/>
        </a:solidFill>
        <a:latin typeface="Arial" panose="020B0604020202020204" pitchFamily="34" charset="0"/>
        <a:ea typeface="MS PGothic" charset="0"/>
        <a:cs typeface="MS PGothic" charset="0"/>
      </a:defRPr>
    </a:lvl8pPr>
    <a:lvl9pPr marL="3657600" algn="l" defTabSz="457200" rtl="0" eaLnBrk="1" latinLnBrk="0" hangingPunct="1">
      <a:defRPr sz="2900" kern="1200">
        <a:solidFill>
          <a:schemeClr val="tx1"/>
        </a:solidFill>
        <a:latin typeface="Arial" panose="020B0604020202020204" pitchFamily="34" charset="0"/>
        <a:ea typeface="MS PGothic" charset="0"/>
        <a:cs typeface="MS PGothic" charset="0"/>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800080"/>
    <a:srgbClr val="FF6600"/>
    <a:srgbClr val="394C88"/>
    <a:srgbClr val="FF6666"/>
    <a:srgbClr val="FBBF85"/>
    <a:srgbClr val="F75200"/>
    <a:srgbClr val="F87F2D"/>
    <a:srgbClr val="77A0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854"/>
    <p:restoredTop sz="94682"/>
  </p:normalViewPr>
  <p:slideViewPr>
    <p:cSldViewPr snapToObjects="1" showGuides="1">
      <p:cViewPr varScale="1">
        <p:scale>
          <a:sx n="72" d="100"/>
          <a:sy n="72" d="100"/>
        </p:scale>
        <p:origin x="1840" y="224"/>
      </p:cViewPr>
      <p:guideLst>
        <p:guide orient="horz" pos="3120"/>
        <p:guide pos="1872"/>
        <p:guide orient="horz" pos="1392"/>
        <p:guide orient="horz" pos="5136"/>
        <p:guide pos="4608"/>
        <p:guide pos="7392"/>
      </p:guideLst>
    </p:cSldViewPr>
  </p:slideViewPr>
  <p:notesTextViewPr>
    <p:cViewPr>
      <p:scale>
        <a:sx n="100" d="100"/>
        <a:sy n="100" d="100"/>
      </p:scale>
      <p:origin x="0" y="0"/>
    </p:cViewPr>
  </p:notesTextViewPr>
  <p:sorterViewPr>
    <p:cViewPr>
      <p:scale>
        <a:sx n="66" d="100"/>
        <a:sy n="66" d="100"/>
      </p:scale>
      <p:origin x="0" y="0"/>
    </p:cViewPr>
  </p:sorterViewPr>
  <p:notesViewPr>
    <p:cSldViewPr snapToObjects="1" showGuides="1">
      <p:cViewPr varScale="1">
        <p:scale>
          <a:sx n="48" d="100"/>
          <a:sy n="48" d="100"/>
        </p:scale>
        <p:origin x="-3560" y="-144"/>
      </p:cViewPr>
      <p:guideLst>
        <p:guide orient="horz" pos="4752"/>
        <p:guide pos="3024"/>
      </p:guideLst>
    </p:cSldViewPr>
  </p:notes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tableStyles" Target="tableStyles.xml"/><Relationship Id="rId8" Type="http://schemas.openxmlformats.org/officeDocument/2006/relationships/viewProps" Target="viewProps.xml"/><Relationship Id="rId7" Type="http://schemas.openxmlformats.org/officeDocument/2006/relationships/presProps" Target="presProps.xml"/><Relationship Id="rId6" Type="http://schemas.openxmlformats.org/officeDocument/2006/relationships/handoutMaster" Target="handoutMasters/handoutMaster1.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160838" cy="754063"/>
          </a:xfrm>
          <a:prstGeom prst="rect">
            <a:avLst/>
          </a:prstGeom>
        </p:spPr>
        <p:txBody>
          <a:bodyPr vert="horz" wrap="square" lIns="133448" tIns="66724" rIns="133448" bIns="66724" numCol="1" anchor="t" anchorCtr="0" compatLnSpc="1"/>
          <a:lstStyle>
            <a:lvl1pPr>
              <a:defRPr sz="1800">
                <a:latin typeface="Arial" panose="020B0604020202020204" pitchFamily="34" charset="0"/>
                <a:ea typeface="+mn-ea"/>
                <a:cs typeface="+mn-cs"/>
              </a:defRPr>
            </a:lvl1pPr>
          </a:lstStyle>
          <a:p>
            <a:pPr>
              <a:defRPr/>
            </a:pPr>
            <a:endParaRPr lang="en-US"/>
          </a:p>
        </p:txBody>
      </p:sp>
      <p:sp>
        <p:nvSpPr>
          <p:cNvPr id="3" name="Date Placeholder 2"/>
          <p:cNvSpPr>
            <a:spLocks noGrp="1"/>
          </p:cNvSpPr>
          <p:nvPr>
            <p:ph type="dt" sz="quarter" idx="1"/>
          </p:nvPr>
        </p:nvSpPr>
        <p:spPr>
          <a:xfrm>
            <a:off x="5438775" y="0"/>
            <a:ext cx="4160838" cy="754063"/>
          </a:xfrm>
          <a:prstGeom prst="rect">
            <a:avLst/>
          </a:prstGeom>
        </p:spPr>
        <p:txBody>
          <a:bodyPr vert="horz" wrap="square" lIns="133448" tIns="66724" rIns="133448" bIns="66724" numCol="1" anchor="t" anchorCtr="0" compatLnSpc="1"/>
          <a:lstStyle>
            <a:lvl1pPr algn="r">
              <a:defRPr sz="1800"/>
            </a:lvl1pPr>
          </a:lstStyle>
          <a:p>
            <a:pPr>
              <a:defRPr/>
            </a:pPr>
            <a:fld id="{BEF62087-7C23-DC41-B342-1D91C88102BC}" type="datetime1">
              <a:rPr lang="en-US"/>
            </a:fld>
            <a:endParaRPr lang="en-US"/>
          </a:p>
        </p:txBody>
      </p:sp>
      <p:sp>
        <p:nvSpPr>
          <p:cNvPr id="4" name="Footer Placeholder 3"/>
          <p:cNvSpPr>
            <a:spLocks noGrp="1"/>
          </p:cNvSpPr>
          <p:nvPr>
            <p:ph type="ftr" sz="quarter" idx="2"/>
          </p:nvPr>
        </p:nvSpPr>
        <p:spPr>
          <a:xfrm>
            <a:off x="0" y="14331950"/>
            <a:ext cx="4160838" cy="752475"/>
          </a:xfrm>
          <a:prstGeom prst="rect">
            <a:avLst/>
          </a:prstGeom>
        </p:spPr>
        <p:txBody>
          <a:bodyPr vert="horz" wrap="square" lIns="133448" tIns="66724" rIns="133448" bIns="66724" numCol="1" anchor="b" anchorCtr="0" compatLnSpc="1"/>
          <a:lstStyle>
            <a:lvl1pPr>
              <a:defRPr sz="1800">
                <a:latin typeface="Arial" panose="020B0604020202020204" pitchFamily="34" charset="0"/>
                <a:ea typeface="+mn-ea"/>
                <a:cs typeface="+mn-cs"/>
              </a:defRPr>
            </a:lvl1pPr>
          </a:lstStyle>
          <a:p>
            <a:pPr>
              <a:defRPr/>
            </a:pPr>
            <a:endParaRPr lang="en-US"/>
          </a:p>
        </p:txBody>
      </p:sp>
      <p:sp>
        <p:nvSpPr>
          <p:cNvPr id="5" name="Slide Number Placeholder 4"/>
          <p:cNvSpPr>
            <a:spLocks noGrp="1"/>
          </p:cNvSpPr>
          <p:nvPr>
            <p:ph type="sldNum" sz="quarter" idx="3"/>
          </p:nvPr>
        </p:nvSpPr>
        <p:spPr>
          <a:xfrm>
            <a:off x="5438775" y="14331950"/>
            <a:ext cx="4160838" cy="752475"/>
          </a:xfrm>
          <a:prstGeom prst="rect">
            <a:avLst/>
          </a:prstGeom>
        </p:spPr>
        <p:txBody>
          <a:bodyPr vert="horz" wrap="square" lIns="133448" tIns="66724" rIns="133448" bIns="66724" numCol="1" anchor="b" anchorCtr="0" compatLnSpc="1"/>
          <a:lstStyle>
            <a:lvl1pPr algn="r">
              <a:defRPr sz="1800"/>
            </a:lvl1pPr>
          </a:lstStyle>
          <a:p>
            <a:pPr>
              <a:defRPr/>
            </a:pPr>
            <a:fld id="{96A0A922-1324-F24F-B26C-E6A73BEAD849}" type="slidenum">
              <a:rPr lang="en-US"/>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4160838" cy="754063"/>
          </a:xfrm>
          <a:prstGeom prst="rect">
            <a:avLst/>
          </a:prstGeom>
          <a:noFill/>
          <a:ln w="9525">
            <a:noFill/>
            <a:miter lim="800000"/>
          </a:ln>
          <a:effectLst/>
        </p:spPr>
        <p:txBody>
          <a:bodyPr vert="horz" wrap="square" lIns="141067" tIns="70534" rIns="141067" bIns="70534" numCol="1" anchor="t" anchorCtr="0" compatLnSpc="1"/>
          <a:lstStyle>
            <a:lvl1pPr defTabSz="1409700">
              <a:defRPr sz="1900">
                <a:latin typeface="Arial" panose="020B0604020202020204" pitchFamily="34" charset="0"/>
                <a:ea typeface="+mn-ea"/>
                <a:cs typeface="+mn-cs"/>
              </a:defRPr>
            </a:lvl1pPr>
          </a:lstStyle>
          <a:p>
            <a:pPr>
              <a:defRPr/>
            </a:pPr>
            <a:endParaRPr lang="en-US"/>
          </a:p>
        </p:txBody>
      </p:sp>
      <p:sp>
        <p:nvSpPr>
          <p:cNvPr id="3075" name="Rectangle 3"/>
          <p:cNvSpPr>
            <a:spLocks noGrp="1" noChangeArrowheads="1"/>
          </p:cNvSpPr>
          <p:nvPr>
            <p:ph type="dt" idx="1"/>
          </p:nvPr>
        </p:nvSpPr>
        <p:spPr bwMode="auto">
          <a:xfrm>
            <a:off x="5438775" y="0"/>
            <a:ext cx="4160838" cy="754063"/>
          </a:xfrm>
          <a:prstGeom prst="rect">
            <a:avLst/>
          </a:prstGeom>
          <a:noFill/>
          <a:ln w="9525">
            <a:noFill/>
            <a:miter lim="800000"/>
          </a:ln>
          <a:effectLst/>
        </p:spPr>
        <p:txBody>
          <a:bodyPr vert="horz" wrap="square" lIns="141067" tIns="70534" rIns="141067" bIns="70534" numCol="1" anchor="t" anchorCtr="0" compatLnSpc="1"/>
          <a:lstStyle>
            <a:lvl1pPr algn="r" defTabSz="1409700">
              <a:defRPr sz="1900">
                <a:latin typeface="Arial" panose="020B0604020202020204" pitchFamily="34" charset="0"/>
                <a:ea typeface="+mn-ea"/>
                <a:cs typeface="+mn-cs"/>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428625" y="1131888"/>
            <a:ext cx="8742363" cy="5657850"/>
          </a:xfrm>
          <a:prstGeom prst="rect">
            <a:avLst/>
          </a:prstGeom>
          <a:noFill/>
          <a:ln w="9525">
            <a:solidFill>
              <a:srgbClr val="000000"/>
            </a:solidFill>
            <a:miter lim="800000"/>
          </a:ln>
        </p:spPr>
      </p:sp>
      <p:sp>
        <p:nvSpPr>
          <p:cNvPr id="3077" name="Rectangle 5"/>
          <p:cNvSpPr>
            <a:spLocks noGrp="1" noChangeArrowheads="1"/>
          </p:cNvSpPr>
          <p:nvPr>
            <p:ph type="body" sz="quarter" idx="3"/>
          </p:nvPr>
        </p:nvSpPr>
        <p:spPr bwMode="auto">
          <a:xfrm>
            <a:off x="960438" y="7167563"/>
            <a:ext cx="7680325" cy="6788150"/>
          </a:xfrm>
          <a:prstGeom prst="rect">
            <a:avLst/>
          </a:prstGeom>
          <a:noFill/>
          <a:ln w="9525">
            <a:noFill/>
            <a:miter lim="800000"/>
          </a:ln>
          <a:effectLst/>
        </p:spPr>
        <p:txBody>
          <a:bodyPr vert="horz" wrap="square" lIns="141067" tIns="70534" rIns="141067" bIns="70534" numCol="1" anchor="t" anchorCtr="0" compatLnSpc="1"/>
          <a:lstStyle/>
          <a:p>
            <a:pPr lvl="0"/>
            <a:r>
              <a:rPr lang="en-US" noProof="0"/>
              <a:t>Click to edit Master text styles</a:t>
            </a:r>
            <a:endParaRPr lang="en-US" noProof="0"/>
          </a:p>
          <a:p>
            <a:pPr lvl="1"/>
            <a:r>
              <a:rPr lang="en-US" noProof="0"/>
              <a:t>Second level</a:t>
            </a:r>
            <a:endParaRPr lang="en-US" noProof="0"/>
          </a:p>
          <a:p>
            <a:pPr lvl="2"/>
            <a:r>
              <a:rPr lang="en-US" noProof="0"/>
              <a:t>Third level</a:t>
            </a:r>
            <a:endParaRPr lang="en-US" noProof="0"/>
          </a:p>
          <a:p>
            <a:pPr lvl="3"/>
            <a:r>
              <a:rPr lang="en-US" noProof="0"/>
              <a:t>Fourth level</a:t>
            </a:r>
            <a:endParaRPr lang="en-US" noProof="0"/>
          </a:p>
          <a:p>
            <a:pPr lvl="4"/>
            <a:r>
              <a:rPr lang="en-US" noProof="0"/>
              <a:t>Fifth level</a:t>
            </a:r>
            <a:endParaRPr lang="en-US" noProof="0"/>
          </a:p>
        </p:txBody>
      </p:sp>
      <p:sp>
        <p:nvSpPr>
          <p:cNvPr id="3078" name="Rectangle 6"/>
          <p:cNvSpPr>
            <a:spLocks noGrp="1" noChangeArrowheads="1"/>
          </p:cNvSpPr>
          <p:nvPr>
            <p:ph type="ftr" sz="quarter" idx="4"/>
          </p:nvPr>
        </p:nvSpPr>
        <p:spPr bwMode="auto">
          <a:xfrm>
            <a:off x="0" y="14331950"/>
            <a:ext cx="4160838" cy="752475"/>
          </a:xfrm>
          <a:prstGeom prst="rect">
            <a:avLst/>
          </a:prstGeom>
          <a:noFill/>
          <a:ln w="9525">
            <a:noFill/>
            <a:miter lim="800000"/>
          </a:ln>
          <a:effectLst/>
        </p:spPr>
        <p:txBody>
          <a:bodyPr vert="horz" wrap="square" lIns="141067" tIns="70534" rIns="141067" bIns="70534" numCol="1" anchor="b" anchorCtr="0" compatLnSpc="1"/>
          <a:lstStyle>
            <a:lvl1pPr defTabSz="1409700">
              <a:defRPr sz="1900">
                <a:latin typeface="Arial" panose="020B0604020202020204" pitchFamily="34" charset="0"/>
                <a:ea typeface="+mn-ea"/>
                <a:cs typeface="+mn-cs"/>
              </a:defRPr>
            </a:lvl1pPr>
          </a:lstStyle>
          <a:p>
            <a:pPr>
              <a:defRPr/>
            </a:pPr>
            <a:endParaRPr lang="en-US"/>
          </a:p>
        </p:txBody>
      </p:sp>
      <p:sp>
        <p:nvSpPr>
          <p:cNvPr id="3079" name="Rectangle 7"/>
          <p:cNvSpPr>
            <a:spLocks noGrp="1" noChangeArrowheads="1"/>
          </p:cNvSpPr>
          <p:nvPr>
            <p:ph type="sldNum" sz="quarter" idx="5"/>
          </p:nvPr>
        </p:nvSpPr>
        <p:spPr bwMode="auto">
          <a:xfrm>
            <a:off x="5438775" y="14331950"/>
            <a:ext cx="4160838" cy="752475"/>
          </a:xfrm>
          <a:prstGeom prst="rect">
            <a:avLst/>
          </a:prstGeom>
          <a:noFill/>
          <a:ln w="9525">
            <a:noFill/>
            <a:miter lim="800000"/>
          </a:ln>
          <a:effectLst/>
        </p:spPr>
        <p:txBody>
          <a:bodyPr vert="horz" wrap="square" lIns="141067" tIns="70534" rIns="141067" bIns="70534" numCol="1" anchor="b" anchorCtr="0" compatLnSpc="1"/>
          <a:lstStyle>
            <a:lvl1pPr algn="r" defTabSz="1409700">
              <a:defRPr sz="1900"/>
            </a:lvl1pPr>
          </a:lstStyle>
          <a:p>
            <a:pPr>
              <a:defRPr/>
            </a:pPr>
            <a:fld id="{B0EA37B3-2DB0-3A45-8EC9-10114FA53A48}" type="slidenum">
              <a:rPr lang="en-US"/>
            </a:fld>
            <a:endParaRPr 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S PGothic" charset="-128"/>
        <a:cs typeface="MS PGothic" charset="-128"/>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S PGothic" charset="-128"/>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S PGothic" charset="-128"/>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S PGothic" charset="-128"/>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S PGothic"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B0EA37B3-2DB0-3A45-8EC9-10114FA53A48}"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B0EA37B3-2DB0-3A45-8EC9-10114FA53A48}"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65225" y="3124200"/>
            <a:ext cx="13214350" cy="2155825"/>
          </a:xfrm>
        </p:spPr>
        <p:txBody>
          <a:bodyPr/>
          <a:lstStyle/>
          <a:p>
            <a:r>
              <a:rPr lang="en-US"/>
              <a:t>Click to edit Master title style</a:t>
            </a:r>
            <a:endParaRPr lang="en-US"/>
          </a:p>
        </p:txBody>
      </p:sp>
      <p:sp>
        <p:nvSpPr>
          <p:cNvPr id="3" name="Subtitle 2"/>
          <p:cNvSpPr>
            <a:spLocks noGrp="1"/>
          </p:cNvSpPr>
          <p:nvPr>
            <p:ph type="subTitle" idx="1"/>
          </p:nvPr>
        </p:nvSpPr>
        <p:spPr>
          <a:xfrm>
            <a:off x="2332038" y="5699125"/>
            <a:ext cx="10880725" cy="25717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endParaRPr lang="en-US"/>
          </a:p>
        </p:txBody>
      </p:sp>
      <p:sp>
        <p:nvSpPr>
          <p:cNvPr id="4" name="Rectangle 4"/>
          <p:cNvSpPr>
            <a:spLocks noGrp="1" noChangeArrowheads="1"/>
          </p:cNvSpPr>
          <p:nvPr>
            <p:ph type="dt" sz="half" idx="10"/>
          </p:nvPr>
        </p:nvSpPr>
        <p:spPr/>
        <p:txBody>
          <a:bodyPr/>
          <a:lstStyle>
            <a:lvl1pPr>
              <a:defRPr/>
            </a:lvl1pPr>
          </a:lstStyle>
          <a:p>
            <a:pPr>
              <a:defRPr/>
            </a:pPr>
            <a:endParaRPr lang="en-US"/>
          </a:p>
        </p:txBody>
      </p:sp>
      <p:sp>
        <p:nvSpPr>
          <p:cNvPr id="5" name="Rectangle 5"/>
          <p:cNvSpPr>
            <a:spLocks noGrp="1" noChangeArrowheads="1"/>
          </p:cNvSpPr>
          <p:nvPr>
            <p:ph type="ftr" sz="quarter" idx="11"/>
          </p:nvPr>
        </p:nvSpPr>
        <p:spPr/>
        <p:txBody>
          <a:bodyPr/>
          <a:lstStyle>
            <a:lvl1pPr>
              <a:defRPr/>
            </a:lvl1pPr>
          </a:lstStyle>
          <a:p>
            <a:pPr>
              <a:defRPr/>
            </a:pPr>
            <a:endParaRPr lang="en-US"/>
          </a:p>
        </p:txBody>
      </p:sp>
      <p:sp>
        <p:nvSpPr>
          <p:cNvPr id="6" name="Rectangle 6"/>
          <p:cNvSpPr>
            <a:spLocks noGrp="1" noChangeArrowheads="1"/>
          </p:cNvSpPr>
          <p:nvPr>
            <p:ph type="sldNum" sz="quarter" idx="12"/>
          </p:nvPr>
        </p:nvSpPr>
        <p:spPr/>
        <p:txBody>
          <a:bodyPr/>
          <a:lstStyle>
            <a:lvl1pPr>
              <a:defRPr/>
            </a:lvl1pPr>
          </a:lstStyle>
          <a:p>
            <a:pPr>
              <a:defRPr/>
            </a:pPr>
            <a:fld id="{60E082D7-7351-FD46-A144-A8103CEB05A0}"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Rectangle 4"/>
          <p:cNvSpPr>
            <a:spLocks noGrp="1" noChangeArrowheads="1"/>
          </p:cNvSpPr>
          <p:nvPr>
            <p:ph type="dt" sz="half" idx="10"/>
          </p:nvPr>
        </p:nvSpPr>
        <p:spPr/>
        <p:txBody>
          <a:bodyPr/>
          <a:lstStyle>
            <a:lvl1pPr>
              <a:defRPr/>
            </a:lvl1pPr>
          </a:lstStyle>
          <a:p>
            <a:pPr>
              <a:defRPr/>
            </a:pPr>
            <a:endParaRPr lang="en-US"/>
          </a:p>
        </p:txBody>
      </p:sp>
      <p:sp>
        <p:nvSpPr>
          <p:cNvPr id="5" name="Rectangle 5"/>
          <p:cNvSpPr>
            <a:spLocks noGrp="1" noChangeArrowheads="1"/>
          </p:cNvSpPr>
          <p:nvPr>
            <p:ph type="ftr" sz="quarter" idx="11"/>
          </p:nvPr>
        </p:nvSpPr>
        <p:spPr/>
        <p:txBody>
          <a:bodyPr/>
          <a:lstStyle>
            <a:lvl1pPr>
              <a:defRPr/>
            </a:lvl1pPr>
          </a:lstStyle>
          <a:p>
            <a:pPr>
              <a:defRPr/>
            </a:pPr>
            <a:endParaRPr lang="en-US"/>
          </a:p>
        </p:txBody>
      </p:sp>
      <p:sp>
        <p:nvSpPr>
          <p:cNvPr id="6" name="Rectangle 6"/>
          <p:cNvSpPr>
            <a:spLocks noGrp="1" noChangeArrowheads="1"/>
          </p:cNvSpPr>
          <p:nvPr>
            <p:ph type="sldNum" sz="quarter" idx="12"/>
          </p:nvPr>
        </p:nvSpPr>
        <p:spPr/>
        <p:txBody>
          <a:bodyPr/>
          <a:lstStyle>
            <a:lvl1pPr>
              <a:defRPr/>
            </a:lvl1pPr>
          </a:lstStyle>
          <a:p>
            <a:pPr>
              <a:defRPr/>
            </a:pPr>
            <a:fld id="{9055854F-772B-D445-85E5-89B716B84F02}"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28725" y="6462713"/>
            <a:ext cx="13212763" cy="1998662"/>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1228725" y="4262438"/>
            <a:ext cx="13212763" cy="2200275"/>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endParaRPr lang="en-US"/>
          </a:p>
        </p:txBody>
      </p:sp>
      <p:sp>
        <p:nvSpPr>
          <p:cNvPr id="4" name="Rectangle 4"/>
          <p:cNvSpPr>
            <a:spLocks noGrp="1" noChangeArrowheads="1"/>
          </p:cNvSpPr>
          <p:nvPr>
            <p:ph type="dt" sz="half" idx="10"/>
          </p:nvPr>
        </p:nvSpPr>
        <p:spPr/>
        <p:txBody>
          <a:bodyPr/>
          <a:lstStyle>
            <a:lvl1pPr>
              <a:defRPr/>
            </a:lvl1pPr>
          </a:lstStyle>
          <a:p>
            <a:pPr>
              <a:defRPr/>
            </a:pPr>
            <a:endParaRPr lang="en-US"/>
          </a:p>
        </p:txBody>
      </p:sp>
      <p:sp>
        <p:nvSpPr>
          <p:cNvPr id="5" name="Rectangle 5"/>
          <p:cNvSpPr>
            <a:spLocks noGrp="1" noChangeArrowheads="1"/>
          </p:cNvSpPr>
          <p:nvPr>
            <p:ph type="ftr" sz="quarter" idx="11"/>
          </p:nvPr>
        </p:nvSpPr>
        <p:spPr/>
        <p:txBody>
          <a:bodyPr/>
          <a:lstStyle>
            <a:lvl1pPr>
              <a:defRPr/>
            </a:lvl1pPr>
          </a:lstStyle>
          <a:p>
            <a:pPr>
              <a:defRPr/>
            </a:pPr>
            <a:endParaRPr lang="en-US"/>
          </a:p>
        </p:txBody>
      </p:sp>
      <p:sp>
        <p:nvSpPr>
          <p:cNvPr id="6" name="Rectangle 6"/>
          <p:cNvSpPr>
            <a:spLocks noGrp="1" noChangeArrowheads="1"/>
          </p:cNvSpPr>
          <p:nvPr>
            <p:ph type="sldNum" sz="quarter" idx="12"/>
          </p:nvPr>
        </p:nvSpPr>
        <p:spPr/>
        <p:txBody>
          <a:bodyPr/>
          <a:lstStyle>
            <a:lvl1pPr>
              <a:defRPr/>
            </a:lvl1pPr>
          </a:lstStyle>
          <a:p>
            <a:pPr>
              <a:defRPr/>
            </a:pPr>
            <a:fld id="{5C998A4F-23CD-0941-A19E-DD508BCDC3A2}"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777875" y="2346325"/>
            <a:ext cx="6918325" cy="66389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7848600" y="2346325"/>
            <a:ext cx="6918325" cy="66389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Rectangle 5"/>
          <p:cNvSpPr>
            <a:spLocks noGrp="1" noChangeArrowheads="1"/>
          </p:cNvSpPr>
          <p:nvPr>
            <p:ph type="ftr" sz="quarter" idx="11"/>
          </p:nvPr>
        </p:nvSpPr>
        <p:spPr/>
        <p:txBody>
          <a:bodyPr/>
          <a:lstStyle>
            <a:lvl1pPr>
              <a:defRPr/>
            </a:lvl1pPr>
          </a:lstStyle>
          <a:p>
            <a:pPr>
              <a:defRPr/>
            </a:pPr>
            <a:endParaRPr lang="en-US"/>
          </a:p>
        </p:txBody>
      </p:sp>
      <p:sp>
        <p:nvSpPr>
          <p:cNvPr id="7" name="Rectangle 6"/>
          <p:cNvSpPr>
            <a:spLocks noGrp="1" noChangeArrowheads="1"/>
          </p:cNvSpPr>
          <p:nvPr>
            <p:ph type="sldNum" sz="quarter" idx="12"/>
          </p:nvPr>
        </p:nvSpPr>
        <p:spPr/>
        <p:txBody>
          <a:bodyPr/>
          <a:lstStyle>
            <a:lvl1pPr>
              <a:defRPr/>
            </a:lvl1pPr>
          </a:lstStyle>
          <a:p>
            <a:pPr>
              <a:defRPr/>
            </a:pPr>
            <a:fld id="{B60F012E-BC58-4343-BDE9-6ED1081CF59F}"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777875" y="2251075"/>
            <a:ext cx="6867525" cy="93821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777875" y="3189288"/>
            <a:ext cx="6867525" cy="57959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7896225" y="2251075"/>
            <a:ext cx="6870700" cy="93821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7896225" y="3189288"/>
            <a:ext cx="6870700" cy="57959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Rectangle 4"/>
          <p:cNvSpPr>
            <a:spLocks noGrp="1" noChangeArrowheads="1"/>
          </p:cNvSpPr>
          <p:nvPr>
            <p:ph type="dt" sz="half" idx="10"/>
          </p:nvPr>
        </p:nvSpPr>
        <p:spPr/>
        <p:txBody>
          <a:bodyPr/>
          <a:lstStyle>
            <a:lvl1pPr>
              <a:defRPr/>
            </a:lvl1pPr>
          </a:lstStyle>
          <a:p>
            <a:pPr>
              <a:defRPr/>
            </a:pPr>
            <a:endParaRPr lang="en-US"/>
          </a:p>
        </p:txBody>
      </p:sp>
      <p:sp>
        <p:nvSpPr>
          <p:cNvPr id="8" name="Rectangle 5"/>
          <p:cNvSpPr>
            <a:spLocks noGrp="1" noChangeArrowheads="1"/>
          </p:cNvSpPr>
          <p:nvPr>
            <p:ph type="ftr" sz="quarter" idx="11"/>
          </p:nvPr>
        </p:nvSpPr>
        <p:spPr/>
        <p:txBody>
          <a:bodyPr/>
          <a:lstStyle>
            <a:lvl1pPr>
              <a:defRPr/>
            </a:lvl1pPr>
          </a:lstStyle>
          <a:p>
            <a:pPr>
              <a:defRPr/>
            </a:pPr>
            <a:endParaRPr lang="en-US"/>
          </a:p>
        </p:txBody>
      </p:sp>
      <p:sp>
        <p:nvSpPr>
          <p:cNvPr id="9" name="Rectangle 6"/>
          <p:cNvSpPr>
            <a:spLocks noGrp="1" noChangeArrowheads="1"/>
          </p:cNvSpPr>
          <p:nvPr>
            <p:ph type="sldNum" sz="quarter" idx="12"/>
          </p:nvPr>
        </p:nvSpPr>
        <p:spPr/>
        <p:txBody>
          <a:bodyPr/>
          <a:lstStyle>
            <a:lvl1pPr>
              <a:defRPr/>
            </a:lvl1pPr>
          </a:lstStyle>
          <a:p>
            <a:pPr>
              <a:defRPr/>
            </a:pPr>
            <a:fld id="{999C23C0-C871-7A44-BD62-271751C1940C}"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Rectangle 4"/>
          <p:cNvSpPr>
            <a:spLocks noGrp="1" noChangeArrowheads="1"/>
          </p:cNvSpPr>
          <p:nvPr>
            <p:ph type="dt" sz="half" idx="10"/>
          </p:nvPr>
        </p:nvSpPr>
        <p:spPr/>
        <p:txBody>
          <a:bodyPr/>
          <a:lstStyle>
            <a:lvl1pPr>
              <a:defRPr/>
            </a:lvl1pPr>
          </a:lstStyle>
          <a:p>
            <a:pPr>
              <a:defRPr/>
            </a:pPr>
            <a:endParaRPr lang="en-US"/>
          </a:p>
        </p:txBody>
      </p:sp>
      <p:sp>
        <p:nvSpPr>
          <p:cNvPr id="4" name="Rectangle 5"/>
          <p:cNvSpPr>
            <a:spLocks noGrp="1" noChangeArrowheads="1"/>
          </p:cNvSpPr>
          <p:nvPr>
            <p:ph type="ftr" sz="quarter" idx="11"/>
          </p:nvPr>
        </p:nvSpPr>
        <p:spPr/>
        <p:txBody>
          <a:bodyPr/>
          <a:lstStyle>
            <a:lvl1pPr>
              <a:defRPr/>
            </a:lvl1pPr>
          </a:lstStyle>
          <a:p>
            <a:pPr>
              <a:defRPr/>
            </a:pPr>
            <a:endParaRPr lang="en-US"/>
          </a:p>
        </p:txBody>
      </p:sp>
      <p:sp>
        <p:nvSpPr>
          <p:cNvPr id="5" name="Rectangle 6"/>
          <p:cNvSpPr>
            <a:spLocks noGrp="1" noChangeArrowheads="1"/>
          </p:cNvSpPr>
          <p:nvPr>
            <p:ph type="sldNum" sz="quarter" idx="12"/>
          </p:nvPr>
        </p:nvSpPr>
        <p:spPr/>
        <p:txBody>
          <a:bodyPr/>
          <a:lstStyle>
            <a:lvl1pPr>
              <a:defRPr/>
            </a:lvl1pPr>
          </a:lstStyle>
          <a:p>
            <a:pPr>
              <a:defRPr/>
            </a:pPr>
            <a:fld id="{458B8EAE-E78D-DB42-8AF7-5D8C625C8293}"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a:defRPr/>
            </a:lvl1pPr>
          </a:lstStyle>
          <a:p>
            <a:pPr>
              <a:defRPr/>
            </a:pPr>
            <a:endParaRPr lang="en-US"/>
          </a:p>
        </p:txBody>
      </p:sp>
      <p:sp>
        <p:nvSpPr>
          <p:cNvPr id="3" name="Rectangle 5"/>
          <p:cNvSpPr>
            <a:spLocks noGrp="1" noChangeArrowheads="1"/>
          </p:cNvSpPr>
          <p:nvPr>
            <p:ph type="ftr" sz="quarter" idx="11"/>
          </p:nvPr>
        </p:nvSpPr>
        <p:spPr/>
        <p:txBody>
          <a:bodyPr/>
          <a:lstStyle>
            <a:lvl1pPr>
              <a:defRPr/>
            </a:lvl1pPr>
          </a:lstStyle>
          <a:p>
            <a:pPr>
              <a:defRPr/>
            </a:pPr>
            <a:endParaRPr lang="en-US"/>
          </a:p>
        </p:txBody>
      </p:sp>
      <p:sp>
        <p:nvSpPr>
          <p:cNvPr id="4" name="Rectangle 6"/>
          <p:cNvSpPr>
            <a:spLocks noGrp="1" noChangeArrowheads="1"/>
          </p:cNvSpPr>
          <p:nvPr>
            <p:ph type="sldNum" sz="quarter" idx="12"/>
          </p:nvPr>
        </p:nvSpPr>
        <p:spPr/>
        <p:txBody>
          <a:bodyPr/>
          <a:lstStyle>
            <a:lvl1pPr>
              <a:defRPr/>
            </a:lvl1pPr>
          </a:lstStyle>
          <a:p>
            <a:pPr>
              <a:defRPr/>
            </a:pPr>
            <a:fld id="{597EF2CA-84A2-B849-8ABE-09806FAADEAE}"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7875" y="400050"/>
            <a:ext cx="5113338" cy="1704975"/>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6076950" y="400050"/>
            <a:ext cx="8689975" cy="85852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777875" y="2105025"/>
            <a:ext cx="5113338" cy="688022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Rectangle 5"/>
          <p:cNvSpPr>
            <a:spLocks noGrp="1" noChangeArrowheads="1"/>
          </p:cNvSpPr>
          <p:nvPr>
            <p:ph type="ftr" sz="quarter" idx="11"/>
          </p:nvPr>
        </p:nvSpPr>
        <p:spPr/>
        <p:txBody>
          <a:bodyPr/>
          <a:lstStyle>
            <a:lvl1pPr>
              <a:defRPr/>
            </a:lvl1pPr>
          </a:lstStyle>
          <a:p>
            <a:pPr>
              <a:defRPr/>
            </a:pPr>
            <a:endParaRPr lang="en-US"/>
          </a:p>
        </p:txBody>
      </p:sp>
      <p:sp>
        <p:nvSpPr>
          <p:cNvPr id="7" name="Rectangle 6"/>
          <p:cNvSpPr>
            <a:spLocks noGrp="1" noChangeArrowheads="1"/>
          </p:cNvSpPr>
          <p:nvPr>
            <p:ph type="sldNum" sz="quarter" idx="12"/>
          </p:nvPr>
        </p:nvSpPr>
        <p:spPr/>
        <p:txBody>
          <a:bodyPr/>
          <a:lstStyle>
            <a:lvl1pPr>
              <a:defRPr/>
            </a:lvl1pPr>
          </a:lstStyle>
          <a:p>
            <a:pPr>
              <a:defRPr/>
            </a:pPr>
            <a:fld id="{2C0AD89F-3829-FA41-B09A-DC3D925E3708}"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6413" y="7040563"/>
            <a:ext cx="9328150" cy="831850"/>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3046413" y="898525"/>
            <a:ext cx="9328150" cy="603567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3046413" y="7872413"/>
            <a:ext cx="9328150" cy="11795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Rectangle 5"/>
          <p:cNvSpPr>
            <a:spLocks noGrp="1" noChangeArrowheads="1"/>
          </p:cNvSpPr>
          <p:nvPr>
            <p:ph type="ftr" sz="quarter" idx="11"/>
          </p:nvPr>
        </p:nvSpPr>
        <p:spPr/>
        <p:txBody>
          <a:bodyPr/>
          <a:lstStyle>
            <a:lvl1pPr>
              <a:defRPr/>
            </a:lvl1pPr>
          </a:lstStyle>
          <a:p>
            <a:pPr>
              <a:defRPr/>
            </a:pPr>
            <a:endParaRPr lang="en-US"/>
          </a:p>
        </p:txBody>
      </p:sp>
      <p:sp>
        <p:nvSpPr>
          <p:cNvPr id="7" name="Rectangle 6"/>
          <p:cNvSpPr>
            <a:spLocks noGrp="1" noChangeArrowheads="1"/>
          </p:cNvSpPr>
          <p:nvPr>
            <p:ph type="sldNum" sz="quarter" idx="12"/>
          </p:nvPr>
        </p:nvSpPr>
        <p:spPr/>
        <p:txBody>
          <a:bodyPr/>
          <a:lstStyle>
            <a:lvl1pPr>
              <a:defRPr/>
            </a:lvl1pPr>
          </a:lstStyle>
          <a:p>
            <a:pPr>
              <a:defRPr/>
            </a:pPr>
            <a:fld id="{910DB810-2D64-B44D-B79E-6FB6D5706AEA}"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Rectangle 4"/>
          <p:cNvSpPr>
            <a:spLocks noGrp="1" noChangeArrowheads="1"/>
          </p:cNvSpPr>
          <p:nvPr>
            <p:ph type="dt" sz="half" idx="10"/>
          </p:nvPr>
        </p:nvSpPr>
        <p:spPr/>
        <p:txBody>
          <a:bodyPr/>
          <a:lstStyle>
            <a:lvl1pPr>
              <a:defRPr/>
            </a:lvl1pPr>
          </a:lstStyle>
          <a:p>
            <a:pPr>
              <a:defRPr/>
            </a:pPr>
            <a:endParaRPr lang="en-US"/>
          </a:p>
        </p:txBody>
      </p:sp>
      <p:sp>
        <p:nvSpPr>
          <p:cNvPr id="5" name="Rectangle 5"/>
          <p:cNvSpPr>
            <a:spLocks noGrp="1" noChangeArrowheads="1"/>
          </p:cNvSpPr>
          <p:nvPr>
            <p:ph type="ftr" sz="quarter" idx="11"/>
          </p:nvPr>
        </p:nvSpPr>
        <p:spPr/>
        <p:txBody>
          <a:bodyPr/>
          <a:lstStyle>
            <a:lvl1pPr>
              <a:defRPr/>
            </a:lvl1pPr>
          </a:lstStyle>
          <a:p>
            <a:pPr>
              <a:defRPr/>
            </a:pPr>
            <a:endParaRPr lang="en-US"/>
          </a:p>
        </p:txBody>
      </p:sp>
      <p:sp>
        <p:nvSpPr>
          <p:cNvPr id="6" name="Rectangle 6"/>
          <p:cNvSpPr>
            <a:spLocks noGrp="1" noChangeArrowheads="1"/>
          </p:cNvSpPr>
          <p:nvPr>
            <p:ph type="sldNum" sz="quarter" idx="12"/>
          </p:nvPr>
        </p:nvSpPr>
        <p:spPr/>
        <p:txBody>
          <a:bodyPr/>
          <a:lstStyle>
            <a:lvl1pPr>
              <a:defRPr/>
            </a:lvl1pPr>
          </a:lstStyle>
          <a:p>
            <a:pPr>
              <a:defRPr/>
            </a:pPr>
            <a:fld id="{EFE1D6EB-DBCC-114D-9AD4-9D6E23757A25}"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1269663" y="403225"/>
            <a:ext cx="3497262" cy="85820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777875" y="403225"/>
            <a:ext cx="10339388" cy="85820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Rectangle 4"/>
          <p:cNvSpPr>
            <a:spLocks noGrp="1" noChangeArrowheads="1"/>
          </p:cNvSpPr>
          <p:nvPr>
            <p:ph type="dt" sz="half" idx="10"/>
          </p:nvPr>
        </p:nvSpPr>
        <p:spPr/>
        <p:txBody>
          <a:bodyPr/>
          <a:lstStyle>
            <a:lvl1pPr>
              <a:defRPr/>
            </a:lvl1pPr>
          </a:lstStyle>
          <a:p>
            <a:pPr>
              <a:defRPr/>
            </a:pPr>
            <a:endParaRPr lang="en-US"/>
          </a:p>
        </p:txBody>
      </p:sp>
      <p:sp>
        <p:nvSpPr>
          <p:cNvPr id="5" name="Rectangle 5"/>
          <p:cNvSpPr>
            <a:spLocks noGrp="1" noChangeArrowheads="1"/>
          </p:cNvSpPr>
          <p:nvPr>
            <p:ph type="ftr" sz="quarter" idx="11"/>
          </p:nvPr>
        </p:nvSpPr>
        <p:spPr/>
        <p:txBody>
          <a:bodyPr/>
          <a:lstStyle>
            <a:lvl1pPr>
              <a:defRPr/>
            </a:lvl1pPr>
          </a:lstStyle>
          <a:p>
            <a:pPr>
              <a:defRPr/>
            </a:pPr>
            <a:endParaRPr lang="en-US"/>
          </a:p>
        </p:txBody>
      </p:sp>
      <p:sp>
        <p:nvSpPr>
          <p:cNvPr id="6" name="Rectangle 6"/>
          <p:cNvSpPr>
            <a:spLocks noGrp="1" noChangeArrowheads="1"/>
          </p:cNvSpPr>
          <p:nvPr>
            <p:ph type="sldNum" sz="quarter" idx="12"/>
          </p:nvPr>
        </p:nvSpPr>
        <p:spPr/>
        <p:txBody>
          <a:bodyPr/>
          <a:lstStyle>
            <a:lvl1pPr>
              <a:defRPr/>
            </a:lvl1pPr>
          </a:lstStyle>
          <a:p>
            <a:pPr>
              <a:defRPr/>
            </a:pPr>
            <a:fld id="{0B832E2A-B297-C842-8179-6499AA6064B5}"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777875" y="403225"/>
            <a:ext cx="13989050" cy="1676400"/>
          </a:xfrm>
          <a:prstGeom prst="rect">
            <a:avLst/>
          </a:prstGeom>
          <a:noFill/>
          <a:ln>
            <a:noFill/>
          </a:ln>
        </p:spPr>
        <p:txBody>
          <a:bodyPr vert="horz" wrap="square" lIns="146304" tIns="73152" rIns="146304" bIns="73152" numCol="1" anchor="ctr" anchorCtr="0" compatLnSpc="1"/>
          <a:lstStyle/>
          <a:p>
            <a:pPr lvl="0"/>
            <a:r>
              <a:rPr lang="en-US"/>
              <a:t>Click to edit Master title style</a:t>
            </a:r>
            <a:endParaRPr lang="en-US"/>
          </a:p>
        </p:txBody>
      </p:sp>
      <p:sp>
        <p:nvSpPr>
          <p:cNvPr id="1027" name="Rectangle 3"/>
          <p:cNvSpPr>
            <a:spLocks noGrp="1" noChangeArrowheads="1"/>
          </p:cNvSpPr>
          <p:nvPr>
            <p:ph type="body" idx="1"/>
          </p:nvPr>
        </p:nvSpPr>
        <p:spPr bwMode="auto">
          <a:xfrm>
            <a:off x="777875" y="2346325"/>
            <a:ext cx="13989050" cy="6638925"/>
          </a:xfrm>
          <a:prstGeom prst="rect">
            <a:avLst/>
          </a:prstGeom>
          <a:noFill/>
          <a:ln>
            <a:noFill/>
          </a:ln>
        </p:spPr>
        <p:txBody>
          <a:bodyPr vert="horz" wrap="square" lIns="146304" tIns="73152" rIns="146304" bIns="73152" numCol="1" anchor="t" anchorCtr="0" compatLnSpc="1"/>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1028" name="Rectangle 4"/>
          <p:cNvSpPr>
            <a:spLocks noGrp="1" noChangeArrowheads="1"/>
          </p:cNvSpPr>
          <p:nvPr>
            <p:ph type="dt" sz="half" idx="2"/>
          </p:nvPr>
        </p:nvSpPr>
        <p:spPr bwMode="auto">
          <a:xfrm>
            <a:off x="777875" y="9159875"/>
            <a:ext cx="3625850" cy="698500"/>
          </a:xfrm>
          <a:prstGeom prst="rect">
            <a:avLst/>
          </a:prstGeom>
          <a:noFill/>
          <a:ln w="9525">
            <a:noFill/>
            <a:miter lim="800000"/>
          </a:ln>
          <a:effectLst/>
        </p:spPr>
        <p:txBody>
          <a:bodyPr vert="horz" wrap="square" lIns="146304" tIns="73152" rIns="146304" bIns="73152" numCol="1" anchor="t" anchorCtr="0" compatLnSpc="1"/>
          <a:lstStyle>
            <a:lvl1pPr>
              <a:defRPr sz="2200">
                <a:latin typeface="Arial" panose="020B0604020202020204" pitchFamily="34" charset="0"/>
                <a:ea typeface="+mn-ea"/>
                <a:cs typeface="+mn-cs"/>
              </a:defRPr>
            </a:lvl1pPr>
          </a:lstStyle>
          <a:p>
            <a:pPr>
              <a:defRPr/>
            </a:pPr>
            <a:endParaRPr lang="en-US"/>
          </a:p>
        </p:txBody>
      </p:sp>
      <p:sp>
        <p:nvSpPr>
          <p:cNvPr id="1029" name="Rectangle 5"/>
          <p:cNvSpPr>
            <a:spLocks noGrp="1" noChangeArrowheads="1"/>
          </p:cNvSpPr>
          <p:nvPr>
            <p:ph type="ftr" sz="quarter" idx="3"/>
          </p:nvPr>
        </p:nvSpPr>
        <p:spPr bwMode="auto">
          <a:xfrm>
            <a:off x="5311775" y="9159875"/>
            <a:ext cx="4921250" cy="698500"/>
          </a:xfrm>
          <a:prstGeom prst="rect">
            <a:avLst/>
          </a:prstGeom>
          <a:noFill/>
          <a:ln w="9525">
            <a:noFill/>
            <a:miter lim="800000"/>
          </a:ln>
          <a:effectLst/>
        </p:spPr>
        <p:txBody>
          <a:bodyPr vert="horz" wrap="square" lIns="146304" tIns="73152" rIns="146304" bIns="73152" numCol="1" anchor="t" anchorCtr="0" compatLnSpc="1"/>
          <a:lstStyle>
            <a:lvl1pPr algn="ctr">
              <a:defRPr sz="2200">
                <a:latin typeface="Arial" panose="020B0604020202020204" pitchFamily="34" charset="0"/>
                <a:ea typeface="+mn-ea"/>
                <a:cs typeface="+mn-cs"/>
              </a:defRPr>
            </a:lvl1pPr>
          </a:lstStyle>
          <a:p>
            <a:pPr>
              <a:defRPr/>
            </a:pPr>
            <a:endParaRPr lang="en-US"/>
          </a:p>
        </p:txBody>
      </p:sp>
      <p:sp>
        <p:nvSpPr>
          <p:cNvPr id="1030" name="Rectangle 6"/>
          <p:cNvSpPr>
            <a:spLocks noGrp="1" noChangeArrowheads="1"/>
          </p:cNvSpPr>
          <p:nvPr>
            <p:ph type="sldNum" sz="quarter" idx="4"/>
          </p:nvPr>
        </p:nvSpPr>
        <p:spPr bwMode="auto">
          <a:xfrm>
            <a:off x="11141075" y="9159875"/>
            <a:ext cx="3625850" cy="698500"/>
          </a:xfrm>
          <a:prstGeom prst="rect">
            <a:avLst/>
          </a:prstGeom>
          <a:noFill/>
          <a:ln w="9525">
            <a:noFill/>
            <a:miter lim="800000"/>
          </a:ln>
          <a:effectLst/>
        </p:spPr>
        <p:txBody>
          <a:bodyPr vert="horz" wrap="square" lIns="146304" tIns="73152" rIns="146304" bIns="73152" numCol="1" anchor="t" anchorCtr="0" compatLnSpc="1"/>
          <a:lstStyle>
            <a:lvl1pPr algn="r">
              <a:defRPr sz="2200"/>
            </a:lvl1pPr>
          </a:lstStyle>
          <a:p>
            <a:pPr>
              <a:defRPr/>
            </a:pPr>
            <a:fld id="{DF9ADF22-AEA1-9E47-B592-A0D955AAD411}" type="slidenum">
              <a:rPr lang="en-US"/>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1463675" rtl="0" eaLnBrk="0" fontAlgn="base" hangingPunct="0">
        <a:spcBef>
          <a:spcPct val="0"/>
        </a:spcBef>
        <a:spcAft>
          <a:spcPct val="0"/>
        </a:spcAft>
        <a:defRPr sz="7000">
          <a:solidFill>
            <a:schemeClr val="tx2"/>
          </a:solidFill>
          <a:latin typeface="+mj-lt"/>
          <a:ea typeface="MS PGothic" charset="-128"/>
          <a:cs typeface="MS PGothic" charset="-128"/>
        </a:defRPr>
      </a:lvl1pPr>
      <a:lvl2pPr algn="ctr" defTabSz="1463675" rtl="0" eaLnBrk="0" fontAlgn="base" hangingPunct="0">
        <a:spcBef>
          <a:spcPct val="0"/>
        </a:spcBef>
        <a:spcAft>
          <a:spcPct val="0"/>
        </a:spcAft>
        <a:defRPr sz="7000">
          <a:solidFill>
            <a:schemeClr val="tx2"/>
          </a:solidFill>
          <a:latin typeface="Arial" panose="020B0604020202020204" pitchFamily="34" charset="0"/>
          <a:ea typeface="MS PGothic" charset="-128"/>
          <a:cs typeface="MS PGothic" charset="-128"/>
        </a:defRPr>
      </a:lvl2pPr>
      <a:lvl3pPr algn="ctr" defTabSz="1463675" rtl="0" eaLnBrk="0" fontAlgn="base" hangingPunct="0">
        <a:spcBef>
          <a:spcPct val="0"/>
        </a:spcBef>
        <a:spcAft>
          <a:spcPct val="0"/>
        </a:spcAft>
        <a:defRPr sz="7000">
          <a:solidFill>
            <a:schemeClr val="tx2"/>
          </a:solidFill>
          <a:latin typeface="Arial" panose="020B0604020202020204" pitchFamily="34" charset="0"/>
          <a:ea typeface="MS PGothic" charset="-128"/>
          <a:cs typeface="MS PGothic" charset="-128"/>
        </a:defRPr>
      </a:lvl3pPr>
      <a:lvl4pPr algn="ctr" defTabSz="1463675" rtl="0" eaLnBrk="0" fontAlgn="base" hangingPunct="0">
        <a:spcBef>
          <a:spcPct val="0"/>
        </a:spcBef>
        <a:spcAft>
          <a:spcPct val="0"/>
        </a:spcAft>
        <a:defRPr sz="7000">
          <a:solidFill>
            <a:schemeClr val="tx2"/>
          </a:solidFill>
          <a:latin typeface="Arial" panose="020B0604020202020204" pitchFamily="34" charset="0"/>
          <a:ea typeface="MS PGothic" charset="-128"/>
          <a:cs typeface="MS PGothic" charset="-128"/>
        </a:defRPr>
      </a:lvl4pPr>
      <a:lvl5pPr algn="ctr" defTabSz="1463675" rtl="0" eaLnBrk="0" fontAlgn="base" hangingPunct="0">
        <a:spcBef>
          <a:spcPct val="0"/>
        </a:spcBef>
        <a:spcAft>
          <a:spcPct val="0"/>
        </a:spcAft>
        <a:defRPr sz="7000">
          <a:solidFill>
            <a:schemeClr val="tx2"/>
          </a:solidFill>
          <a:latin typeface="Arial" panose="020B0604020202020204" pitchFamily="34" charset="0"/>
          <a:ea typeface="MS PGothic" charset="-128"/>
          <a:cs typeface="MS PGothic" charset="-128"/>
        </a:defRPr>
      </a:lvl5pPr>
      <a:lvl6pPr marL="457200" algn="ctr" defTabSz="1463675" rtl="0" fontAlgn="base">
        <a:spcBef>
          <a:spcPct val="0"/>
        </a:spcBef>
        <a:spcAft>
          <a:spcPct val="0"/>
        </a:spcAft>
        <a:defRPr sz="7000">
          <a:solidFill>
            <a:schemeClr val="tx2"/>
          </a:solidFill>
          <a:latin typeface="Arial" panose="020B0604020202020204" pitchFamily="34" charset="0"/>
        </a:defRPr>
      </a:lvl6pPr>
      <a:lvl7pPr marL="914400" algn="ctr" defTabSz="1463675" rtl="0" fontAlgn="base">
        <a:spcBef>
          <a:spcPct val="0"/>
        </a:spcBef>
        <a:spcAft>
          <a:spcPct val="0"/>
        </a:spcAft>
        <a:defRPr sz="7000">
          <a:solidFill>
            <a:schemeClr val="tx2"/>
          </a:solidFill>
          <a:latin typeface="Arial" panose="020B0604020202020204" pitchFamily="34" charset="0"/>
        </a:defRPr>
      </a:lvl7pPr>
      <a:lvl8pPr marL="1371600" algn="ctr" defTabSz="1463675" rtl="0" fontAlgn="base">
        <a:spcBef>
          <a:spcPct val="0"/>
        </a:spcBef>
        <a:spcAft>
          <a:spcPct val="0"/>
        </a:spcAft>
        <a:defRPr sz="7000">
          <a:solidFill>
            <a:schemeClr val="tx2"/>
          </a:solidFill>
          <a:latin typeface="Arial" panose="020B0604020202020204" pitchFamily="34" charset="0"/>
        </a:defRPr>
      </a:lvl8pPr>
      <a:lvl9pPr marL="1828800" algn="ctr" defTabSz="1463675" rtl="0" fontAlgn="base">
        <a:spcBef>
          <a:spcPct val="0"/>
        </a:spcBef>
        <a:spcAft>
          <a:spcPct val="0"/>
        </a:spcAft>
        <a:defRPr sz="7000">
          <a:solidFill>
            <a:schemeClr val="tx2"/>
          </a:solidFill>
          <a:latin typeface="Arial" panose="020B0604020202020204" pitchFamily="34" charset="0"/>
        </a:defRPr>
      </a:lvl9pPr>
    </p:titleStyle>
    <p:bodyStyle>
      <a:lvl1pPr marL="549275" indent="-549275" algn="l" defTabSz="1463675" rtl="0" eaLnBrk="0" fontAlgn="base" hangingPunct="0">
        <a:spcBef>
          <a:spcPct val="20000"/>
        </a:spcBef>
        <a:spcAft>
          <a:spcPct val="0"/>
        </a:spcAft>
        <a:buChar char="•"/>
        <a:defRPr sz="5100">
          <a:solidFill>
            <a:schemeClr val="tx1"/>
          </a:solidFill>
          <a:latin typeface="+mn-lt"/>
          <a:ea typeface="MS PGothic" charset="-128"/>
          <a:cs typeface="MS PGothic" charset="-128"/>
        </a:defRPr>
      </a:lvl1pPr>
      <a:lvl2pPr marL="1189355" indent="-457200" algn="l" defTabSz="1463675" rtl="0" eaLnBrk="0" fontAlgn="base" hangingPunct="0">
        <a:spcBef>
          <a:spcPct val="20000"/>
        </a:spcBef>
        <a:spcAft>
          <a:spcPct val="0"/>
        </a:spcAft>
        <a:buChar char="–"/>
        <a:defRPr sz="4500">
          <a:solidFill>
            <a:schemeClr val="tx1"/>
          </a:solidFill>
          <a:latin typeface="+mn-lt"/>
          <a:ea typeface="MS PGothic" charset="-128"/>
        </a:defRPr>
      </a:lvl2pPr>
      <a:lvl3pPr marL="1828800" indent="-365125" algn="l" defTabSz="1463675" rtl="0" eaLnBrk="0" fontAlgn="base" hangingPunct="0">
        <a:spcBef>
          <a:spcPct val="20000"/>
        </a:spcBef>
        <a:spcAft>
          <a:spcPct val="0"/>
        </a:spcAft>
        <a:buChar char="•"/>
        <a:defRPr sz="3800">
          <a:solidFill>
            <a:schemeClr val="tx1"/>
          </a:solidFill>
          <a:latin typeface="+mn-lt"/>
          <a:ea typeface="MS PGothic" charset="-128"/>
        </a:defRPr>
      </a:lvl3pPr>
      <a:lvl4pPr marL="2560955" indent="-367030" algn="l" defTabSz="1463675" rtl="0" eaLnBrk="0" fontAlgn="base" hangingPunct="0">
        <a:spcBef>
          <a:spcPct val="20000"/>
        </a:spcBef>
        <a:spcAft>
          <a:spcPct val="0"/>
        </a:spcAft>
        <a:buChar char="–"/>
        <a:defRPr sz="3200">
          <a:solidFill>
            <a:schemeClr val="tx1"/>
          </a:solidFill>
          <a:latin typeface="+mn-lt"/>
          <a:ea typeface="MS PGothic" charset="-128"/>
        </a:defRPr>
      </a:lvl4pPr>
      <a:lvl5pPr marL="3292475" indent="-367030" algn="l" defTabSz="1463675" rtl="0" eaLnBrk="0" fontAlgn="base" hangingPunct="0">
        <a:spcBef>
          <a:spcPct val="20000"/>
        </a:spcBef>
        <a:spcAft>
          <a:spcPct val="0"/>
        </a:spcAft>
        <a:buChar char="»"/>
        <a:defRPr sz="3200">
          <a:solidFill>
            <a:schemeClr val="tx1"/>
          </a:solidFill>
          <a:latin typeface="+mn-lt"/>
          <a:ea typeface="MS PGothic" charset="-128"/>
        </a:defRPr>
      </a:lvl5pPr>
      <a:lvl6pPr marL="3749675" indent="-367030" algn="l" defTabSz="1463675" rtl="0" fontAlgn="base">
        <a:spcBef>
          <a:spcPct val="20000"/>
        </a:spcBef>
        <a:spcAft>
          <a:spcPct val="0"/>
        </a:spcAft>
        <a:buChar char="»"/>
        <a:defRPr sz="3200">
          <a:solidFill>
            <a:schemeClr val="tx1"/>
          </a:solidFill>
          <a:latin typeface="+mn-lt"/>
        </a:defRPr>
      </a:lvl6pPr>
      <a:lvl7pPr marL="4206875" indent="-367030" algn="l" defTabSz="1463675" rtl="0" fontAlgn="base">
        <a:spcBef>
          <a:spcPct val="20000"/>
        </a:spcBef>
        <a:spcAft>
          <a:spcPct val="0"/>
        </a:spcAft>
        <a:buChar char="»"/>
        <a:defRPr sz="3200">
          <a:solidFill>
            <a:schemeClr val="tx1"/>
          </a:solidFill>
          <a:latin typeface="+mn-lt"/>
        </a:defRPr>
      </a:lvl7pPr>
      <a:lvl8pPr marL="4664075" indent="-367030" algn="l" defTabSz="1463675" rtl="0" fontAlgn="base">
        <a:spcBef>
          <a:spcPct val="20000"/>
        </a:spcBef>
        <a:spcAft>
          <a:spcPct val="0"/>
        </a:spcAft>
        <a:buChar char="»"/>
        <a:defRPr sz="3200">
          <a:solidFill>
            <a:schemeClr val="tx1"/>
          </a:solidFill>
          <a:latin typeface="+mn-lt"/>
        </a:defRPr>
      </a:lvl8pPr>
      <a:lvl9pPr marL="5121275" indent="-367030" algn="l" defTabSz="1463675" rtl="0" fontAlgn="base">
        <a:spcBef>
          <a:spcPct val="20000"/>
        </a:spcBef>
        <a:spcAft>
          <a:spcPct val="0"/>
        </a:spcAft>
        <a:buChar char="»"/>
        <a:defRPr sz="3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emf"/></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1.emf"/></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Rectangle 1"/>
          <p:cNvSpPr/>
          <p:nvPr/>
        </p:nvSpPr>
        <p:spPr bwMode="auto">
          <a:xfrm>
            <a:off x="457200" y="1054100"/>
            <a:ext cx="14630400" cy="8686800"/>
          </a:xfrm>
          <a:prstGeom prst="rect">
            <a:avLst/>
          </a:prstGeom>
          <a:solidFill>
            <a:schemeClr val="bg1"/>
          </a:solidFill>
          <a:ln w="76200" cap="flat" cmpd="sng" algn="ctr">
            <a:solidFill>
              <a:schemeClr val="tx1">
                <a:lumMod val="75000"/>
                <a:lumOff val="25000"/>
              </a:schemeClr>
            </a:solidFill>
            <a:prstDash val="solid"/>
            <a:round/>
            <a:headEnd type="none" w="med" len="med"/>
            <a:tailEnd type="none" w="med" len="med"/>
          </a:ln>
          <a:effectLst/>
        </p:spPr>
        <p:txBody>
          <a:bodyPr/>
          <a:lstStyle/>
          <a:p>
            <a:pPr defTabSz="1463675">
              <a:defRPr/>
            </a:pPr>
            <a:endParaRPr lang="en-US" dirty="0"/>
          </a:p>
        </p:txBody>
      </p:sp>
      <p:sp>
        <p:nvSpPr>
          <p:cNvPr id="26627" name="TextBox 2"/>
          <p:cNvSpPr txBox="1">
            <a:spLocks noChangeArrowheads="1"/>
          </p:cNvSpPr>
          <p:nvPr/>
        </p:nvSpPr>
        <p:spPr bwMode="auto">
          <a:xfrm>
            <a:off x="152400" y="228600"/>
            <a:ext cx="4800600" cy="646113"/>
          </a:xfrm>
          <a:prstGeom prst="rect">
            <a:avLst/>
          </a:prstGeom>
          <a:noFill/>
          <a:ln>
            <a:noFill/>
          </a:ln>
        </p:spPr>
        <p:txBody>
          <a:bodyPr>
            <a:spAutoFit/>
          </a:bodyPr>
          <a:lstStyle>
            <a:lvl1pPr eaLnBrk="0" hangingPunct="0">
              <a:defRPr sz="2900">
                <a:solidFill>
                  <a:schemeClr val="tx1"/>
                </a:solidFill>
                <a:latin typeface="Arial" panose="020B0604020202020204" pitchFamily="34" charset="0"/>
                <a:ea typeface="MS PGothic" charset="0"/>
                <a:cs typeface="MS PGothic" charset="0"/>
              </a:defRPr>
            </a:lvl1pPr>
            <a:lvl2pPr marL="742950" indent="-285750" eaLnBrk="0" hangingPunct="0">
              <a:defRPr sz="2900">
                <a:solidFill>
                  <a:schemeClr val="tx1"/>
                </a:solidFill>
                <a:latin typeface="Arial" panose="020B0604020202020204" pitchFamily="34" charset="0"/>
                <a:ea typeface="MS PGothic" charset="0"/>
              </a:defRPr>
            </a:lvl2pPr>
            <a:lvl3pPr marL="1143000" indent="-228600" eaLnBrk="0" hangingPunct="0">
              <a:defRPr sz="2900">
                <a:solidFill>
                  <a:schemeClr val="tx1"/>
                </a:solidFill>
                <a:latin typeface="Arial" panose="020B0604020202020204" pitchFamily="34" charset="0"/>
                <a:ea typeface="MS PGothic" charset="0"/>
              </a:defRPr>
            </a:lvl3pPr>
            <a:lvl4pPr marL="1600200" indent="-228600" eaLnBrk="0" hangingPunct="0">
              <a:defRPr sz="2900">
                <a:solidFill>
                  <a:schemeClr val="tx1"/>
                </a:solidFill>
                <a:latin typeface="Arial" panose="020B0604020202020204" pitchFamily="34" charset="0"/>
                <a:ea typeface="MS PGothic" charset="0"/>
              </a:defRPr>
            </a:lvl4pPr>
            <a:lvl5pPr marL="2057400" indent="-228600" eaLnBrk="0" hangingPunct="0">
              <a:defRPr sz="2900">
                <a:solidFill>
                  <a:schemeClr val="tx1"/>
                </a:solidFill>
                <a:latin typeface="Arial" panose="020B0604020202020204" pitchFamily="34" charset="0"/>
                <a:ea typeface="MS PGothic" charset="0"/>
              </a:defRPr>
            </a:lvl5pPr>
            <a:lvl6pPr marL="25146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6pPr>
            <a:lvl7pPr marL="29718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7pPr>
            <a:lvl8pPr marL="34290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8pPr>
            <a:lvl9pPr marL="38862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9pPr>
          </a:lstStyle>
          <a:p>
            <a:pPr eaLnBrk="1" hangingPunct="1"/>
            <a:r>
              <a:rPr lang="en-US" sz="3600" dirty="0">
                <a:latin typeface="Helvetica" charset="0"/>
                <a:cs typeface="Helvetica" charset="0"/>
              </a:rPr>
              <a:t>Lean UX Canvas (v2)</a:t>
            </a:r>
            <a:endParaRPr lang="en-US" sz="3600" dirty="0">
              <a:latin typeface="Helvetica" charset="0"/>
              <a:cs typeface="Helvetica" charset="0"/>
            </a:endParaRPr>
          </a:p>
        </p:txBody>
      </p:sp>
      <p:sp>
        <p:nvSpPr>
          <p:cNvPr id="4" name="Rectangle 3"/>
          <p:cNvSpPr/>
          <p:nvPr/>
        </p:nvSpPr>
        <p:spPr bwMode="auto">
          <a:xfrm>
            <a:off x="457200" y="3802856"/>
            <a:ext cx="5410200" cy="3207544"/>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Users</a:t>
            </a:r>
            <a:endParaRPr lang="en-US" sz="2000" b="1" dirty="0">
              <a:latin typeface="Helvetica Neue"/>
              <a:cs typeface="Helvetica Neue"/>
            </a:endParaRPr>
          </a:p>
          <a:p>
            <a:pPr>
              <a:defRPr/>
            </a:pPr>
            <a:r>
              <a:rPr lang="en-US" sz="1000" dirty="0">
                <a:latin typeface="Helvetica Neue"/>
                <a:cs typeface="Helvetica Neue"/>
              </a:rPr>
              <a:t>What types (i.e., personas) of users and customers should you focus on first?</a:t>
            </a:r>
            <a:endParaRPr lang="en-US" sz="1000" dirty="0">
              <a:latin typeface="Helvetica Neue"/>
              <a:cs typeface="Helvetica Neue"/>
            </a:endParaRPr>
          </a:p>
          <a:p>
            <a:pPr>
              <a:defRPr/>
            </a:pPr>
            <a:r>
              <a:rPr lang="en-US" sz="1000" i="1" dirty="0">
                <a:latin typeface="Helvetica Neue"/>
                <a:cs typeface="Helvetica Neue"/>
              </a:rPr>
              <a:t>(Hint: Who buys your product or service? Who uses it? Who configures it? </a:t>
            </a:r>
            <a:r>
              <a:rPr lang="en-US" sz="1000" i="1" dirty="0" err="1">
                <a:latin typeface="Helvetica Neue"/>
                <a:cs typeface="Helvetica Neue"/>
              </a:rPr>
              <a:t>Etc</a:t>
            </a:r>
            <a:r>
              <a:rPr lang="en-US" sz="1000" i="1" dirty="0">
                <a:latin typeface="Helvetica Neue"/>
                <a:cs typeface="Helvetica Neue"/>
              </a:rPr>
              <a:t>)</a:t>
            </a:r>
            <a:endParaRPr lang="en-US" sz="1000" i="1" dirty="0">
              <a:latin typeface="Helvetica Neue"/>
              <a:cs typeface="Helvetica Neue"/>
            </a:endParaRPr>
          </a:p>
        </p:txBody>
      </p:sp>
      <p:sp>
        <p:nvSpPr>
          <p:cNvPr id="6" name="Rectangle 5"/>
          <p:cNvSpPr/>
          <p:nvPr/>
        </p:nvSpPr>
        <p:spPr bwMode="auto">
          <a:xfrm>
            <a:off x="5867400" y="1052512"/>
            <a:ext cx="3809998" cy="5957888"/>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Solutions</a:t>
            </a:r>
            <a:endParaRPr lang="en-US" sz="2000" b="1" dirty="0">
              <a:latin typeface="Helvetica Neue"/>
              <a:cs typeface="Helvetica Neue"/>
            </a:endParaRPr>
          </a:p>
          <a:p>
            <a:pPr>
              <a:defRPr/>
            </a:pPr>
            <a:r>
              <a:rPr lang="en-US" sz="1000" dirty="0">
                <a:latin typeface="Helvetica Neue"/>
                <a:cs typeface="Helvetica Neue"/>
              </a:rPr>
              <a:t>What can we make that will solve our business problem and meet the needs of our customers at the same time? List product, feature, or enhancement ideas here. </a:t>
            </a:r>
            <a:endParaRPr lang="en-US" sz="1000" dirty="0">
              <a:latin typeface="Helvetica Neue"/>
              <a:cs typeface="Helvetica Neue"/>
            </a:endParaRPr>
          </a:p>
        </p:txBody>
      </p:sp>
      <p:sp>
        <p:nvSpPr>
          <p:cNvPr id="7" name="Rectangle 6"/>
          <p:cNvSpPr/>
          <p:nvPr/>
        </p:nvSpPr>
        <p:spPr bwMode="auto">
          <a:xfrm>
            <a:off x="9677400" y="3810000"/>
            <a:ext cx="5419724" cy="32004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User Outcomes &amp; Benefits</a:t>
            </a:r>
            <a:endParaRPr lang="en-US" sz="2000" b="1" dirty="0">
              <a:latin typeface="Helvetica Neue"/>
              <a:cs typeface="Helvetica Neue"/>
            </a:endParaRPr>
          </a:p>
          <a:p>
            <a:pPr>
              <a:defRPr/>
            </a:pPr>
            <a:r>
              <a:rPr lang="en-US" sz="1000" dirty="0">
                <a:latin typeface="Helvetica Neue"/>
                <a:cs typeface="Helvetica Neue"/>
              </a:rPr>
              <a:t>Why would your users seek out your product or service? What benefit would they gain from using it? What behavior change can we observe that tells us they've achieved their goal?</a:t>
            </a:r>
            <a:endParaRPr lang="en-US" sz="1000" dirty="0">
              <a:latin typeface="Helvetica Neue"/>
              <a:cs typeface="Helvetica Neue"/>
            </a:endParaRPr>
          </a:p>
          <a:p>
            <a:pPr>
              <a:defRPr/>
            </a:pPr>
            <a:r>
              <a:rPr lang="en-US" sz="1000" i="1" dirty="0">
                <a:latin typeface="Helvetica Neue"/>
                <a:cs typeface="Helvetica Neue"/>
              </a:rPr>
              <a:t>(Hint: Save money, get a promotion, spend more time with family)</a:t>
            </a:r>
            <a:endParaRPr lang="en-US" sz="1000" i="1" dirty="0">
              <a:latin typeface="Helvetica Neue"/>
              <a:cs typeface="Helvetica Neue"/>
            </a:endParaRPr>
          </a:p>
        </p:txBody>
      </p:sp>
      <p:sp>
        <p:nvSpPr>
          <p:cNvPr id="8" name="Rectangle 7"/>
          <p:cNvSpPr/>
          <p:nvPr/>
        </p:nvSpPr>
        <p:spPr bwMode="auto">
          <a:xfrm>
            <a:off x="486064" y="7017544"/>
            <a:ext cx="5381333" cy="2723356"/>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Hypotheses</a:t>
            </a:r>
            <a:endParaRPr lang="en-US" sz="2000" b="1" dirty="0">
              <a:latin typeface="Helvetica Neue"/>
              <a:cs typeface="Helvetica Neue"/>
            </a:endParaRPr>
          </a:p>
          <a:p>
            <a:pPr>
              <a:defRPr/>
            </a:pPr>
            <a:r>
              <a:rPr lang="en-US" sz="1000" dirty="0">
                <a:latin typeface="Helvetica Neue"/>
                <a:cs typeface="Helvetica Neue"/>
              </a:rPr>
              <a:t>Combine the assumptions from 2, 3, 4 &amp; 5 into the following hypothesis statement: </a:t>
            </a:r>
            <a:br>
              <a:rPr lang="en-US" sz="1000" dirty="0">
                <a:latin typeface="Helvetica Neue"/>
                <a:cs typeface="Helvetica Neue"/>
              </a:rPr>
            </a:br>
            <a:r>
              <a:rPr lang="en-US" sz="1000" i="1" dirty="0">
                <a:latin typeface="Helvetica Neue"/>
                <a:cs typeface="Helvetica Neue"/>
              </a:rPr>
              <a:t>“We believe that [business outcome] will be achieved if [user] attains [benefit] with [feature].”</a:t>
            </a:r>
            <a:endParaRPr lang="en-US" sz="1000" i="1" dirty="0">
              <a:latin typeface="Helvetica Neue"/>
              <a:cs typeface="Helvetica Neue"/>
            </a:endParaRPr>
          </a:p>
          <a:p>
            <a:pPr>
              <a:defRPr/>
            </a:pPr>
            <a:r>
              <a:rPr lang="en-US" sz="1000" i="1" dirty="0">
                <a:latin typeface="Helvetica Neue"/>
                <a:cs typeface="Helvetica Neue"/>
              </a:rPr>
              <a:t>(Hint: Each hypothesis should focus on one feature only.)</a:t>
            </a:r>
            <a:endParaRPr lang="en-US" sz="1000" i="1" dirty="0">
              <a:latin typeface="Helvetica Neue"/>
              <a:cs typeface="Helvetica Neue"/>
            </a:endParaRPr>
          </a:p>
        </p:txBody>
      </p:sp>
      <p:sp>
        <p:nvSpPr>
          <p:cNvPr id="9" name="Rectangle 8"/>
          <p:cNvSpPr/>
          <p:nvPr/>
        </p:nvSpPr>
        <p:spPr bwMode="auto">
          <a:xfrm>
            <a:off x="9677399" y="7010400"/>
            <a:ext cx="5419726" cy="27305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What’s the least amount of work we need to do to learn the next most important thing?</a:t>
            </a:r>
            <a:endParaRPr lang="en-US" sz="2000" b="1" dirty="0">
              <a:latin typeface="Helvetica Neue"/>
              <a:cs typeface="Helvetica Neue"/>
            </a:endParaRPr>
          </a:p>
          <a:p>
            <a:pPr>
              <a:defRPr/>
            </a:pPr>
            <a:r>
              <a:rPr lang="en-US" sz="1000" dirty="0">
                <a:latin typeface="Helvetica Neue"/>
                <a:cs typeface="Helvetica Neue"/>
              </a:rPr>
              <a:t>Design experiments to learn as fast as you can whether your riskiest assumption is true or false. </a:t>
            </a:r>
            <a:endParaRPr lang="en-US" sz="1000" b="1" dirty="0">
              <a:solidFill>
                <a:schemeClr val="bg1">
                  <a:lumMod val="50000"/>
                </a:schemeClr>
              </a:solidFill>
              <a:latin typeface="Helvetica Neue"/>
              <a:cs typeface="Helvetica Neue"/>
            </a:endParaRPr>
          </a:p>
        </p:txBody>
      </p:sp>
      <p:sp>
        <p:nvSpPr>
          <p:cNvPr id="12" name="Rectangle 11"/>
          <p:cNvSpPr/>
          <p:nvPr/>
        </p:nvSpPr>
        <p:spPr bwMode="auto">
          <a:xfrm>
            <a:off x="457201" y="1059656"/>
            <a:ext cx="5410200" cy="27432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Business Problem</a:t>
            </a:r>
            <a:endParaRPr lang="en-US" sz="2000" b="1" dirty="0">
              <a:latin typeface="Helvetica Neue"/>
              <a:cs typeface="Helvetica Neue"/>
            </a:endParaRPr>
          </a:p>
          <a:p>
            <a:pPr>
              <a:defRPr/>
            </a:pPr>
            <a:r>
              <a:rPr lang="en-US" sz="1000" dirty="0">
                <a:latin typeface="Helvetica Neue"/>
                <a:cs typeface="Helvetica Neue"/>
              </a:rPr>
              <a:t>What problem does the business have that you are trying to solve? </a:t>
            </a:r>
            <a:br>
              <a:rPr lang="en-US" sz="1000" dirty="0">
                <a:latin typeface="Helvetica Neue"/>
                <a:cs typeface="Helvetica Neue"/>
              </a:rPr>
            </a:br>
            <a:r>
              <a:rPr lang="en-US" sz="1000" i="1" dirty="0">
                <a:latin typeface="Helvetica Neue"/>
                <a:cs typeface="Helvetica Neue"/>
              </a:rPr>
              <a:t>(Hint: Consider your current offerings and how </a:t>
            </a:r>
            <a:r>
              <a:rPr lang="en-US" sz="1000" i="1">
                <a:latin typeface="Helvetica Neue"/>
                <a:cs typeface="Helvetica Neue"/>
              </a:rPr>
              <a:t>they deliver </a:t>
            </a:r>
            <a:r>
              <a:rPr lang="en-US" sz="1000" i="1" dirty="0">
                <a:latin typeface="Helvetica Neue"/>
                <a:cs typeface="Helvetica Neue"/>
              </a:rPr>
              <a:t>value, changes in the market, delivery channels, competitive threats and customer behavior.)</a:t>
            </a:r>
            <a:endParaRPr lang="en-US" sz="1000" i="1" dirty="0">
              <a:latin typeface="Helvetica Neue"/>
              <a:cs typeface="Helvetica Neue"/>
            </a:endParaRPr>
          </a:p>
        </p:txBody>
      </p:sp>
      <p:sp>
        <p:nvSpPr>
          <p:cNvPr id="14" name="Rectangle 13"/>
          <p:cNvSpPr/>
          <p:nvPr/>
        </p:nvSpPr>
        <p:spPr bwMode="auto">
          <a:xfrm>
            <a:off x="9677400" y="1066800"/>
            <a:ext cx="5419725" cy="27432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Business Outcomes </a:t>
            </a:r>
            <a:br>
              <a:rPr lang="en-US" sz="2000" b="1" dirty="0">
                <a:latin typeface="Helvetica Neue"/>
                <a:cs typeface="Helvetica Neue"/>
              </a:rPr>
            </a:br>
            <a:r>
              <a:rPr lang="en-US" sz="1000" dirty="0">
                <a:latin typeface="Helvetica Neue"/>
                <a:cs typeface="Helvetica Neue"/>
              </a:rPr>
              <a:t>How will you know you solved the business problem? What will you measure? </a:t>
            </a:r>
            <a:endParaRPr lang="en-US" sz="1000" dirty="0">
              <a:latin typeface="Helvetica Neue"/>
              <a:cs typeface="Helvetica Neue"/>
            </a:endParaRPr>
          </a:p>
          <a:p>
            <a:pPr>
              <a:defRPr/>
            </a:pPr>
            <a:r>
              <a:rPr lang="en-US" sz="1000" i="1" dirty="0">
                <a:latin typeface="Helvetica Neue"/>
                <a:cs typeface="Helvetica Neue"/>
              </a:rPr>
              <a:t>(Hint: </a:t>
            </a:r>
            <a:r>
              <a:rPr lang="en-US" sz="1000" dirty="0">
                <a:latin typeface="Helvetica Neue"/>
                <a:cs typeface="Helvetica Neue"/>
              </a:rPr>
              <a:t>What will people/users be doing differently if your solutions work? </a:t>
            </a:r>
            <a:r>
              <a:rPr lang="en-US" sz="1000" i="1" dirty="0">
                <a:latin typeface="Helvetica Neue"/>
                <a:cs typeface="Helvetica Neue"/>
              </a:rPr>
              <a:t>Consider metrics that indicate customer success like average order value, time on site, and retention rate.) </a:t>
            </a:r>
            <a:endParaRPr lang="en-US" sz="1000" i="1" dirty="0">
              <a:latin typeface="Helvetica Neue"/>
              <a:cs typeface="Helvetica Neue"/>
            </a:endParaRPr>
          </a:p>
        </p:txBody>
      </p:sp>
      <p:sp>
        <p:nvSpPr>
          <p:cNvPr id="26637" name="Rectangle 15"/>
          <p:cNvSpPr>
            <a:spLocks noChangeArrowheads="1"/>
          </p:cNvSpPr>
          <p:nvPr/>
        </p:nvSpPr>
        <p:spPr bwMode="auto">
          <a:xfrm>
            <a:off x="4800600" y="325438"/>
            <a:ext cx="7772400" cy="547687"/>
          </a:xfrm>
          <a:prstGeom prst="rect">
            <a:avLst/>
          </a:prstGeom>
          <a:solidFill>
            <a:schemeClr val="bg1"/>
          </a:solidFill>
          <a:ln>
            <a:noFill/>
          </a:ln>
        </p:spPr>
        <p:txBody>
          <a:bodyPr/>
          <a:lstStyle/>
          <a:p>
            <a:pPr defTabSz="1463675"/>
            <a:r>
              <a:rPr lang="en-US" sz="1000" dirty="0">
                <a:latin typeface="Helvetica Neue" charset="0"/>
                <a:cs typeface="Helvetica Neue" charset="0"/>
              </a:rPr>
              <a:t>Title of initiative:</a:t>
            </a:r>
            <a:endParaRPr lang="en-US" sz="1000" dirty="0">
              <a:latin typeface="Helvetica Neue" charset="0"/>
              <a:cs typeface="Helvetica Neue" charset="0"/>
            </a:endParaRPr>
          </a:p>
        </p:txBody>
      </p:sp>
      <p:sp>
        <p:nvSpPr>
          <p:cNvPr id="26638" name="Rectangle 17"/>
          <p:cNvSpPr>
            <a:spLocks noChangeArrowheads="1"/>
          </p:cNvSpPr>
          <p:nvPr/>
        </p:nvSpPr>
        <p:spPr bwMode="auto">
          <a:xfrm>
            <a:off x="12801600" y="352425"/>
            <a:ext cx="2286000" cy="228600"/>
          </a:xfrm>
          <a:prstGeom prst="rect">
            <a:avLst/>
          </a:prstGeom>
          <a:solidFill>
            <a:schemeClr val="bg1"/>
          </a:solidFill>
          <a:ln>
            <a:noFill/>
          </a:ln>
        </p:spPr>
        <p:txBody>
          <a:bodyPr/>
          <a:lstStyle/>
          <a:p>
            <a:pPr defTabSz="1463675"/>
            <a:r>
              <a:rPr lang="en-US" sz="1000">
                <a:latin typeface="Helvetica Neue" charset="0"/>
                <a:cs typeface="Helvetica Neue" charset="0"/>
              </a:rPr>
              <a:t>Date:</a:t>
            </a:r>
            <a:endParaRPr lang="en-US" sz="1000">
              <a:latin typeface="Helvetica Neue" charset="0"/>
              <a:cs typeface="Helvetica Neue" charset="0"/>
            </a:endParaRPr>
          </a:p>
        </p:txBody>
      </p:sp>
      <p:sp>
        <p:nvSpPr>
          <p:cNvPr id="26639" name="Rectangle 18"/>
          <p:cNvSpPr>
            <a:spLocks noChangeArrowheads="1"/>
          </p:cNvSpPr>
          <p:nvPr/>
        </p:nvSpPr>
        <p:spPr bwMode="auto">
          <a:xfrm>
            <a:off x="12801600" y="644525"/>
            <a:ext cx="2286000" cy="228600"/>
          </a:xfrm>
          <a:prstGeom prst="rect">
            <a:avLst/>
          </a:prstGeom>
          <a:solidFill>
            <a:schemeClr val="bg1"/>
          </a:solidFill>
          <a:ln>
            <a:noFill/>
          </a:ln>
        </p:spPr>
        <p:txBody>
          <a:bodyPr/>
          <a:lstStyle/>
          <a:p>
            <a:pPr defTabSz="1463675"/>
            <a:r>
              <a:rPr lang="en-US" sz="1000">
                <a:latin typeface="Helvetica Neue" charset="0"/>
                <a:cs typeface="Helvetica Neue" charset="0"/>
              </a:rPr>
              <a:t>Iteration:</a:t>
            </a:r>
            <a:endParaRPr lang="en-US" sz="1000">
              <a:latin typeface="Helvetica Neue" charset="0"/>
              <a:cs typeface="Helvetica Neue" charset="0"/>
            </a:endParaRPr>
          </a:p>
        </p:txBody>
      </p:sp>
      <p:sp>
        <p:nvSpPr>
          <p:cNvPr id="20" name="TextBox 19"/>
          <p:cNvSpPr txBox="1"/>
          <p:nvPr/>
        </p:nvSpPr>
        <p:spPr>
          <a:xfrm>
            <a:off x="7200900" y="2976563"/>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5</a:t>
            </a:r>
            <a:endParaRPr lang="en-US" sz="13200" dirty="0">
              <a:solidFill>
                <a:schemeClr val="bg1">
                  <a:lumMod val="85000"/>
                </a:schemeClr>
              </a:solidFill>
              <a:latin typeface="Helvetica Neue"/>
              <a:cs typeface="Helvetica Neue"/>
            </a:endParaRPr>
          </a:p>
        </p:txBody>
      </p:sp>
      <p:sp>
        <p:nvSpPr>
          <p:cNvPr id="22" name="TextBox 21"/>
          <p:cNvSpPr txBox="1"/>
          <p:nvPr/>
        </p:nvSpPr>
        <p:spPr>
          <a:xfrm>
            <a:off x="2811463" y="4429125"/>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3</a:t>
            </a:r>
            <a:endParaRPr lang="en-US" sz="13200" dirty="0">
              <a:solidFill>
                <a:schemeClr val="bg1">
                  <a:lumMod val="85000"/>
                </a:schemeClr>
              </a:solidFill>
              <a:latin typeface="Helvetica Neue"/>
              <a:cs typeface="Helvetica Neue"/>
            </a:endParaRPr>
          </a:p>
        </p:txBody>
      </p:sp>
      <p:sp>
        <p:nvSpPr>
          <p:cNvPr id="23" name="TextBox 22"/>
          <p:cNvSpPr txBox="1"/>
          <p:nvPr/>
        </p:nvSpPr>
        <p:spPr>
          <a:xfrm>
            <a:off x="11582400" y="7663512"/>
            <a:ext cx="1087347" cy="2124075"/>
          </a:xfrm>
          <a:prstGeom prst="rect">
            <a:avLst/>
          </a:prstGeom>
          <a:noFill/>
        </p:spPr>
        <p:txBody>
          <a:bodyPr wrap="square">
            <a:spAutoFit/>
          </a:bodyPr>
          <a:lstStyle/>
          <a:p>
            <a:pPr>
              <a:defRPr/>
            </a:pPr>
            <a:r>
              <a:rPr lang="en-US" sz="13200" dirty="0">
                <a:solidFill>
                  <a:schemeClr val="bg1">
                    <a:lumMod val="85000"/>
                  </a:schemeClr>
                </a:solidFill>
                <a:latin typeface="Helvetica Neue"/>
                <a:cs typeface="Helvetica Neue"/>
              </a:rPr>
              <a:t>8</a:t>
            </a:r>
            <a:endParaRPr lang="en-US" sz="13200" dirty="0">
              <a:solidFill>
                <a:schemeClr val="bg1">
                  <a:lumMod val="85000"/>
                </a:schemeClr>
              </a:solidFill>
              <a:latin typeface="Helvetica Neue"/>
              <a:cs typeface="Helvetica Neue"/>
            </a:endParaRPr>
          </a:p>
        </p:txBody>
      </p:sp>
      <p:sp>
        <p:nvSpPr>
          <p:cNvPr id="24" name="TextBox 23"/>
          <p:cNvSpPr txBox="1"/>
          <p:nvPr/>
        </p:nvSpPr>
        <p:spPr>
          <a:xfrm>
            <a:off x="2743200" y="1704994"/>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1</a:t>
            </a:r>
            <a:endParaRPr lang="en-US" sz="13200" dirty="0">
              <a:solidFill>
                <a:schemeClr val="bg1">
                  <a:lumMod val="85000"/>
                </a:schemeClr>
              </a:solidFill>
              <a:latin typeface="Helvetica Neue"/>
              <a:cs typeface="Helvetica Neue"/>
            </a:endParaRPr>
          </a:p>
        </p:txBody>
      </p:sp>
      <p:sp>
        <p:nvSpPr>
          <p:cNvPr id="25" name="TextBox 24"/>
          <p:cNvSpPr txBox="1"/>
          <p:nvPr/>
        </p:nvSpPr>
        <p:spPr>
          <a:xfrm>
            <a:off x="2811463" y="7663512"/>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6</a:t>
            </a:r>
            <a:endParaRPr lang="en-US" sz="13200" dirty="0">
              <a:solidFill>
                <a:schemeClr val="bg1">
                  <a:lumMod val="85000"/>
                </a:schemeClr>
              </a:solidFill>
              <a:latin typeface="Helvetica Neue"/>
              <a:cs typeface="Helvetica Neue"/>
            </a:endParaRPr>
          </a:p>
        </p:txBody>
      </p:sp>
      <p:sp>
        <p:nvSpPr>
          <p:cNvPr id="26" name="TextBox 25"/>
          <p:cNvSpPr txBox="1"/>
          <p:nvPr/>
        </p:nvSpPr>
        <p:spPr>
          <a:xfrm>
            <a:off x="11590335" y="4476218"/>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4</a:t>
            </a:r>
            <a:endParaRPr lang="en-US" sz="13200" dirty="0">
              <a:solidFill>
                <a:schemeClr val="bg1">
                  <a:lumMod val="85000"/>
                </a:schemeClr>
              </a:solidFill>
              <a:latin typeface="Helvetica Neue"/>
              <a:cs typeface="Helvetica Neue"/>
            </a:endParaRPr>
          </a:p>
        </p:txBody>
      </p:sp>
      <p:sp>
        <p:nvSpPr>
          <p:cNvPr id="27" name="TextBox 26"/>
          <p:cNvSpPr txBox="1"/>
          <p:nvPr/>
        </p:nvSpPr>
        <p:spPr>
          <a:xfrm>
            <a:off x="7162800" y="7663512"/>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7</a:t>
            </a:r>
            <a:endParaRPr lang="en-US" sz="13200" dirty="0">
              <a:solidFill>
                <a:schemeClr val="bg1">
                  <a:lumMod val="85000"/>
                </a:schemeClr>
              </a:solidFill>
              <a:latin typeface="Helvetica Neue"/>
              <a:cs typeface="Helvetica Neue"/>
            </a:endParaRPr>
          </a:p>
        </p:txBody>
      </p:sp>
      <p:sp>
        <p:nvSpPr>
          <p:cNvPr id="28" name="TextBox 27"/>
          <p:cNvSpPr txBox="1"/>
          <p:nvPr/>
        </p:nvSpPr>
        <p:spPr>
          <a:xfrm>
            <a:off x="11658599" y="1699031"/>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2</a:t>
            </a:r>
            <a:endParaRPr lang="en-US" sz="13200" dirty="0">
              <a:solidFill>
                <a:schemeClr val="bg1">
                  <a:lumMod val="85000"/>
                </a:schemeClr>
              </a:solidFill>
              <a:latin typeface="Helvetica Neue"/>
              <a:cs typeface="Helvetica Neue"/>
            </a:endParaRPr>
          </a:p>
        </p:txBody>
      </p:sp>
      <p:sp>
        <p:nvSpPr>
          <p:cNvPr id="13" name="TextBox 12"/>
          <p:cNvSpPr txBox="1"/>
          <p:nvPr/>
        </p:nvSpPr>
        <p:spPr>
          <a:xfrm>
            <a:off x="1432216" y="9672935"/>
            <a:ext cx="13664910" cy="461665"/>
          </a:xfrm>
          <a:prstGeom prst="rect">
            <a:avLst/>
          </a:prstGeom>
          <a:noFill/>
        </p:spPr>
        <p:txBody>
          <a:bodyPr wrap="square" rtlCol="0">
            <a:spAutoFit/>
          </a:bodyPr>
          <a:lstStyle/>
          <a:p>
            <a:r>
              <a:rPr lang="en-US" sz="1600" dirty="0">
                <a:latin typeface="Helvetica Neue" charset="0"/>
                <a:ea typeface="Helvetica Neue" charset="0"/>
                <a:cs typeface="Helvetica Neue" charset="0"/>
              </a:rPr>
              <a:t>Download this canvas at: </a:t>
            </a:r>
            <a:r>
              <a:rPr lang="en-US" sz="1600" b="1" u="sng" dirty="0">
                <a:latin typeface="Helvetica Neue" charset="0"/>
                <a:ea typeface="Helvetica Neue" charset="0"/>
                <a:cs typeface="Helvetica Neue" charset="0"/>
              </a:rPr>
              <a:t>www.jeffgothelf.com/blog/leanuxcanvas-v2</a:t>
            </a:r>
            <a:r>
              <a:rPr lang="en-US" sz="1600" dirty="0">
                <a:latin typeface="Helvetica Neue" charset="0"/>
                <a:ea typeface="Helvetica Neue" charset="0"/>
                <a:cs typeface="Helvetica Neue" charset="0"/>
              </a:rPr>
              <a:t>  </a:t>
            </a:r>
            <a:r>
              <a:rPr lang="en-US" sz="2400" dirty="0">
                <a:solidFill>
                  <a:srgbClr val="FF0000"/>
                </a:solidFill>
                <a:latin typeface="Helvetica Neue" charset="0"/>
                <a:ea typeface="Helvetica Neue" charset="0"/>
                <a:cs typeface="Helvetica Neue" charset="0"/>
              </a:rPr>
              <a:t>	</a:t>
            </a:r>
            <a:endParaRPr lang="en-US" sz="2400" dirty="0">
              <a:solidFill>
                <a:srgbClr val="FF0000"/>
              </a:solidFill>
              <a:latin typeface="Helvetica Neue" charset="0"/>
              <a:ea typeface="Helvetica Neue" charset="0"/>
              <a:cs typeface="Helvetica Neue" charset="0"/>
            </a:endParaRPr>
          </a:p>
        </p:txBody>
      </p:sp>
      <p:pic>
        <p:nvPicPr>
          <p:cNvPr id="15" name="Picture 14"/>
          <p:cNvPicPr>
            <a:picLocks noChangeAspect="1"/>
          </p:cNvPicPr>
          <p:nvPr/>
        </p:nvPicPr>
        <p:blipFill>
          <a:blip r:embed="rId1"/>
          <a:stretch>
            <a:fillRect/>
          </a:stretch>
        </p:blipFill>
        <p:spPr>
          <a:xfrm>
            <a:off x="406690" y="9834274"/>
            <a:ext cx="1016000" cy="190500"/>
          </a:xfrm>
          <a:prstGeom prst="rect">
            <a:avLst/>
          </a:prstGeom>
        </p:spPr>
      </p:pic>
      <p:sp>
        <p:nvSpPr>
          <p:cNvPr id="10" name="Rectangle 9"/>
          <p:cNvSpPr/>
          <p:nvPr/>
        </p:nvSpPr>
        <p:spPr bwMode="auto">
          <a:xfrm>
            <a:off x="5867399" y="7010400"/>
            <a:ext cx="3809999" cy="27305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What’s the most important thing we need to learn first?</a:t>
            </a:r>
            <a:endParaRPr lang="en-US" sz="2000" b="1" dirty="0">
              <a:latin typeface="Helvetica Neue"/>
              <a:cs typeface="Helvetica Neue"/>
            </a:endParaRPr>
          </a:p>
          <a:p>
            <a:pPr>
              <a:defRPr/>
            </a:pPr>
            <a:r>
              <a:rPr lang="en-US" sz="1000" dirty="0">
                <a:latin typeface="Helvetica Neue"/>
                <a:cs typeface="Helvetica Neue"/>
              </a:rPr>
              <a:t>For each hypothesis from Box 6, identify its riskiest assumptions. Then determine the riskiest one right now. This is the assumption that will cause the entire idea to fail if it’s wrong. </a:t>
            </a:r>
            <a:endParaRPr lang="en-US" sz="1000" dirty="0">
              <a:latin typeface="Helvetica Neue"/>
              <a:cs typeface="Helvetica Neue"/>
            </a:endParaRPr>
          </a:p>
          <a:p>
            <a:pPr>
              <a:defRPr/>
            </a:pPr>
            <a:endParaRPr lang="en-US" sz="1000" dirty="0">
              <a:latin typeface="Helvetica Neue"/>
              <a:cs typeface="Helvetica Neue"/>
            </a:endParaRPr>
          </a:p>
          <a:p>
            <a:pPr>
              <a:defRPr/>
            </a:pPr>
            <a:r>
              <a:rPr lang="en-US" sz="1000" i="1" dirty="0">
                <a:latin typeface="Helvetica Neue"/>
                <a:cs typeface="Helvetica Neue"/>
              </a:rPr>
              <a:t>(Hint: In the early stages of a hypothesis focus on risks to value rather than feasibility.) </a:t>
            </a:r>
            <a:endParaRPr lang="en-US" sz="1000" i="1" dirty="0">
              <a:latin typeface="Helvetica Neue"/>
              <a:cs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Rectangle 1"/>
          <p:cNvSpPr/>
          <p:nvPr/>
        </p:nvSpPr>
        <p:spPr bwMode="auto">
          <a:xfrm>
            <a:off x="457200" y="1054100"/>
            <a:ext cx="14630400" cy="8686800"/>
          </a:xfrm>
          <a:prstGeom prst="rect">
            <a:avLst/>
          </a:prstGeom>
          <a:solidFill>
            <a:schemeClr val="bg1"/>
          </a:solidFill>
          <a:ln w="76200" cap="flat" cmpd="sng" algn="ctr">
            <a:solidFill>
              <a:schemeClr val="tx1">
                <a:lumMod val="75000"/>
                <a:lumOff val="25000"/>
              </a:schemeClr>
            </a:solidFill>
            <a:prstDash val="solid"/>
            <a:round/>
            <a:headEnd type="none" w="med" len="med"/>
            <a:tailEnd type="none" w="med" len="med"/>
          </a:ln>
          <a:effectLst/>
        </p:spPr>
        <p:txBody>
          <a:bodyPr/>
          <a:lstStyle/>
          <a:p>
            <a:pPr defTabSz="1463675">
              <a:defRPr/>
            </a:pPr>
            <a:endParaRPr lang="en-US" dirty="0"/>
          </a:p>
        </p:txBody>
      </p:sp>
      <p:sp>
        <p:nvSpPr>
          <p:cNvPr id="26627" name="TextBox 2"/>
          <p:cNvSpPr txBox="1">
            <a:spLocks noChangeArrowheads="1"/>
          </p:cNvSpPr>
          <p:nvPr/>
        </p:nvSpPr>
        <p:spPr bwMode="auto">
          <a:xfrm>
            <a:off x="152400" y="228600"/>
            <a:ext cx="4800600" cy="646113"/>
          </a:xfrm>
          <a:prstGeom prst="rect">
            <a:avLst/>
          </a:prstGeom>
          <a:noFill/>
          <a:ln>
            <a:noFill/>
          </a:ln>
        </p:spPr>
        <p:txBody>
          <a:bodyPr>
            <a:spAutoFit/>
          </a:bodyPr>
          <a:lstStyle>
            <a:lvl1pPr eaLnBrk="0" hangingPunct="0">
              <a:defRPr sz="2900">
                <a:solidFill>
                  <a:schemeClr val="tx1"/>
                </a:solidFill>
                <a:latin typeface="Arial" panose="020B0604020202020204" pitchFamily="34" charset="0"/>
                <a:ea typeface="MS PGothic" charset="0"/>
                <a:cs typeface="MS PGothic" charset="0"/>
              </a:defRPr>
            </a:lvl1pPr>
            <a:lvl2pPr marL="742950" indent="-285750" eaLnBrk="0" hangingPunct="0">
              <a:defRPr sz="2900">
                <a:solidFill>
                  <a:schemeClr val="tx1"/>
                </a:solidFill>
                <a:latin typeface="Arial" panose="020B0604020202020204" pitchFamily="34" charset="0"/>
                <a:ea typeface="MS PGothic" charset="0"/>
              </a:defRPr>
            </a:lvl2pPr>
            <a:lvl3pPr marL="1143000" indent="-228600" eaLnBrk="0" hangingPunct="0">
              <a:defRPr sz="2900">
                <a:solidFill>
                  <a:schemeClr val="tx1"/>
                </a:solidFill>
                <a:latin typeface="Arial" panose="020B0604020202020204" pitchFamily="34" charset="0"/>
                <a:ea typeface="MS PGothic" charset="0"/>
              </a:defRPr>
            </a:lvl3pPr>
            <a:lvl4pPr marL="1600200" indent="-228600" eaLnBrk="0" hangingPunct="0">
              <a:defRPr sz="2900">
                <a:solidFill>
                  <a:schemeClr val="tx1"/>
                </a:solidFill>
                <a:latin typeface="Arial" panose="020B0604020202020204" pitchFamily="34" charset="0"/>
                <a:ea typeface="MS PGothic" charset="0"/>
              </a:defRPr>
            </a:lvl4pPr>
            <a:lvl5pPr marL="2057400" indent="-228600" eaLnBrk="0" hangingPunct="0">
              <a:defRPr sz="2900">
                <a:solidFill>
                  <a:schemeClr val="tx1"/>
                </a:solidFill>
                <a:latin typeface="Arial" panose="020B0604020202020204" pitchFamily="34" charset="0"/>
                <a:ea typeface="MS PGothic" charset="0"/>
              </a:defRPr>
            </a:lvl5pPr>
            <a:lvl6pPr marL="25146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6pPr>
            <a:lvl7pPr marL="29718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7pPr>
            <a:lvl8pPr marL="34290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8pPr>
            <a:lvl9pPr marL="38862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9pPr>
          </a:lstStyle>
          <a:p>
            <a:pPr eaLnBrk="1" hangingPunct="1"/>
            <a:r>
              <a:rPr lang="en-US" sz="3600" dirty="0">
                <a:latin typeface="Helvetica" charset="0"/>
                <a:cs typeface="Helvetica" charset="0"/>
              </a:rPr>
              <a:t>Lean UX Canvas (v2)</a:t>
            </a:r>
            <a:endParaRPr lang="en-US" sz="3600" dirty="0">
              <a:latin typeface="Helvetica" charset="0"/>
              <a:cs typeface="Helvetica" charset="0"/>
            </a:endParaRPr>
          </a:p>
        </p:txBody>
      </p:sp>
      <p:sp>
        <p:nvSpPr>
          <p:cNvPr id="4" name="Rectangle 3"/>
          <p:cNvSpPr/>
          <p:nvPr/>
        </p:nvSpPr>
        <p:spPr bwMode="auto">
          <a:xfrm>
            <a:off x="457200" y="3802856"/>
            <a:ext cx="5410200" cy="3207544"/>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Users</a:t>
            </a:r>
            <a:endParaRPr lang="en-US" sz="2000" b="1" dirty="0">
              <a:latin typeface="Helvetica Neue"/>
              <a:cs typeface="Helvetica Neue"/>
            </a:endParaRPr>
          </a:p>
          <a:p>
            <a:pPr>
              <a:defRPr/>
            </a:pPr>
            <a:r>
              <a:rPr lang="en-US" sz="1000" dirty="0">
                <a:latin typeface="Helvetica Neue"/>
                <a:cs typeface="Helvetica Neue"/>
              </a:rPr>
              <a:t>What types (i.e., personas) of users and customers should you focus on first?</a:t>
            </a:r>
            <a:endParaRPr lang="en-US" sz="1000" dirty="0">
              <a:latin typeface="Helvetica Neue"/>
              <a:cs typeface="Helvetica Neue"/>
            </a:endParaRPr>
          </a:p>
          <a:p>
            <a:pPr>
              <a:defRPr/>
            </a:pPr>
            <a:r>
              <a:rPr lang="en-US" sz="1000" i="1" dirty="0">
                <a:latin typeface="Helvetica Neue"/>
                <a:cs typeface="Helvetica Neue"/>
              </a:rPr>
              <a:t>(Hint: Who buys your product or service? Who uses it? Who configures it? </a:t>
            </a:r>
            <a:r>
              <a:rPr lang="en-US" sz="1000" i="1" dirty="0" err="1">
                <a:latin typeface="Helvetica Neue"/>
                <a:cs typeface="Helvetica Neue"/>
              </a:rPr>
              <a:t>Etc</a:t>
            </a:r>
            <a:r>
              <a:rPr lang="en-US" sz="1000" i="1" dirty="0">
                <a:latin typeface="Helvetica Neue"/>
                <a:cs typeface="Helvetica Neue"/>
              </a:rPr>
              <a:t>)</a:t>
            </a:r>
            <a:endParaRPr lang="en-US" sz="1000" i="1" dirty="0">
              <a:latin typeface="Helvetica Neue"/>
              <a:cs typeface="Helvetica Neue"/>
            </a:endParaRPr>
          </a:p>
        </p:txBody>
      </p:sp>
      <p:sp>
        <p:nvSpPr>
          <p:cNvPr id="6" name="Rectangle 5"/>
          <p:cNvSpPr/>
          <p:nvPr/>
        </p:nvSpPr>
        <p:spPr bwMode="auto">
          <a:xfrm>
            <a:off x="5867400" y="1052512"/>
            <a:ext cx="3809998" cy="5957888"/>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Solutions</a:t>
            </a:r>
            <a:endParaRPr lang="en-US" sz="2000" b="1" dirty="0">
              <a:latin typeface="Helvetica Neue"/>
              <a:cs typeface="Helvetica Neue"/>
            </a:endParaRPr>
          </a:p>
          <a:p>
            <a:pPr>
              <a:defRPr/>
            </a:pPr>
            <a:r>
              <a:rPr lang="en-US" sz="1000" dirty="0">
                <a:latin typeface="Helvetica Neue"/>
                <a:cs typeface="Helvetica Neue"/>
              </a:rPr>
              <a:t>What can we make that will solve our business problem and meet the needs of our customers at the same time? List product, feature, or enhancement ideas here. </a:t>
            </a:r>
            <a:endParaRPr lang="en-US" sz="1000" dirty="0">
              <a:latin typeface="Helvetica Neue"/>
              <a:cs typeface="Helvetica Neue"/>
            </a:endParaRPr>
          </a:p>
        </p:txBody>
      </p:sp>
      <p:sp>
        <p:nvSpPr>
          <p:cNvPr id="7" name="Rectangle 6"/>
          <p:cNvSpPr/>
          <p:nvPr/>
        </p:nvSpPr>
        <p:spPr bwMode="auto">
          <a:xfrm>
            <a:off x="9677400" y="3810000"/>
            <a:ext cx="5419724" cy="32004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User Outcomes &amp; Benefits</a:t>
            </a:r>
            <a:endParaRPr lang="en-US" sz="2000" b="1" dirty="0">
              <a:latin typeface="Helvetica Neue"/>
              <a:cs typeface="Helvetica Neue"/>
            </a:endParaRPr>
          </a:p>
          <a:p>
            <a:pPr>
              <a:defRPr/>
            </a:pPr>
            <a:r>
              <a:rPr lang="en-US" sz="1000" dirty="0">
                <a:latin typeface="Helvetica Neue"/>
                <a:cs typeface="Helvetica Neue"/>
              </a:rPr>
              <a:t>Why would your users seek out your product or service? What benefit would they gain from using it? What behavior change can we observe that tells us they've achieved their goal?</a:t>
            </a:r>
            <a:endParaRPr lang="en-US" sz="1000" dirty="0">
              <a:latin typeface="Helvetica Neue"/>
              <a:cs typeface="Helvetica Neue"/>
            </a:endParaRPr>
          </a:p>
          <a:p>
            <a:pPr>
              <a:defRPr/>
            </a:pPr>
            <a:r>
              <a:rPr lang="en-US" sz="1000" i="1" dirty="0">
                <a:latin typeface="Helvetica Neue"/>
                <a:cs typeface="Helvetica Neue"/>
              </a:rPr>
              <a:t>(Hint: Save money, get a promotion, spend more time with family)</a:t>
            </a:r>
            <a:endParaRPr lang="en-US" sz="1000" i="1" dirty="0">
              <a:latin typeface="Helvetica Neue"/>
              <a:cs typeface="Helvetica Neue"/>
            </a:endParaRPr>
          </a:p>
        </p:txBody>
      </p:sp>
      <p:sp>
        <p:nvSpPr>
          <p:cNvPr id="8" name="Rectangle 7"/>
          <p:cNvSpPr/>
          <p:nvPr/>
        </p:nvSpPr>
        <p:spPr bwMode="auto">
          <a:xfrm>
            <a:off x="486064" y="7017544"/>
            <a:ext cx="5381333" cy="2723356"/>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Hypotheses</a:t>
            </a:r>
            <a:endParaRPr lang="en-US" sz="2000" b="1" dirty="0">
              <a:latin typeface="Helvetica Neue"/>
              <a:cs typeface="Helvetica Neue"/>
            </a:endParaRPr>
          </a:p>
          <a:p>
            <a:pPr>
              <a:defRPr/>
            </a:pPr>
            <a:r>
              <a:rPr lang="en-US" sz="1000" dirty="0">
                <a:latin typeface="Helvetica Neue"/>
                <a:cs typeface="Helvetica Neue"/>
              </a:rPr>
              <a:t>Combine the assumptions from 2, 3, 4 &amp; 5 into the following hypothesis statement: </a:t>
            </a:r>
            <a:br>
              <a:rPr lang="en-US" sz="1000" dirty="0">
                <a:latin typeface="Helvetica Neue"/>
                <a:cs typeface="Helvetica Neue"/>
              </a:rPr>
            </a:br>
            <a:r>
              <a:rPr lang="en-US" sz="1000" i="1" dirty="0">
                <a:latin typeface="Helvetica Neue"/>
                <a:cs typeface="Helvetica Neue"/>
              </a:rPr>
              <a:t>“We believe that [business outcome] will be achieved if [user] attains [benefit] with [feature].”</a:t>
            </a:r>
            <a:endParaRPr lang="en-US" sz="1000" i="1" dirty="0">
              <a:latin typeface="Helvetica Neue"/>
              <a:cs typeface="Helvetica Neue"/>
            </a:endParaRPr>
          </a:p>
          <a:p>
            <a:pPr>
              <a:defRPr/>
            </a:pPr>
            <a:r>
              <a:rPr lang="en-US" sz="1000" i="1" dirty="0">
                <a:latin typeface="Helvetica Neue"/>
                <a:cs typeface="Helvetica Neue"/>
              </a:rPr>
              <a:t>(Hint: Each hypothesis should focus on one feature only.)</a:t>
            </a:r>
            <a:endParaRPr lang="en-US" sz="1000" i="1" dirty="0">
              <a:latin typeface="Helvetica Neue"/>
              <a:cs typeface="Helvetica Neue"/>
            </a:endParaRPr>
          </a:p>
        </p:txBody>
      </p:sp>
      <p:sp>
        <p:nvSpPr>
          <p:cNvPr id="9" name="Rectangle 8"/>
          <p:cNvSpPr/>
          <p:nvPr/>
        </p:nvSpPr>
        <p:spPr bwMode="auto">
          <a:xfrm>
            <a:off x="9677399" y="7010400"/>
            <a:ext cx="5419726" cy="27305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What’s the least amount of work we need to do to learn the next most important thing?</a:t>
            </a:r>
            <a:endParaRPr lang="en-US" sz="2000" b="1" dirty="0">
              <a:latin typeface="Helvetica Neue"/>
              <a:cs typeface="Helvetica Neue"/>
            </a:endParaRPr>
          </a:p>
          <a:p>
            <a:pPr>
              <a:defRPr/>
            </a:pPr>
            <a:r>
              <a:rPr lang="en-US" sz="1000" dirty="0">
                <a:latin typeface="Helvetica Neue"/>
                <a:cs typeface="Helvetica Neue"/>
              </a:rPr>
              <a:t>Design experiments to learn as fast as you can whether your riskiest assumption is true or false. </a:t>
            </a:r>
            <a:endParaRPr lang="en-US" sz="1000" b="1" dirty="0">
              <a:solidFill>
                <a:schemeClr val="bg1">
                  <a:lumMod val="50000"/>
                </a:schemeClr>
              </a:solidFill>
              <a:latin typeface="Helvetica Neue"/>
              <a:cs typeface="Helvetica Neue"/>
            </a:endParaRPr>
          </a:p>
        </p:txBody>
      </p:sp>
      <p:sp>
        <p:nvSpPr>
          <p:cNvPr id="12" name="Rectangle 11"/>
          <p:cNvSpPr/>
          <p:nvPr/>
        </p:nvSpPr>
        <p:spPr bwMode="auto">
          <a:xfrm>
            <a:off x="457201" y="1059656"/>
            <a:ext cx="5410200" cy="27432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Business Problem</a:t>
            </a:r>
            <a:endParaRPr lang="en-US" sz="2000" b="1" dirty="0">
              <a:latin typeface="Helvetica Neue"/>
              <a:cs typeface="Helvetica Neue"/>
            </a:endParaRPr>
          </a:p>
          <a:p>
            <a:pPr>
              <a:defRPr/>
            </a:pPr>
            <a:r>
              <a:rPr lang="en-US" sz="1000" dirty="0">
                <a:latin typeface="Helvetica Neue"/>
                <a:cs typeface="Helvetica Neue"/>
              </a:rPr>
              <a:t>What problem does the business have that you are trying to solve? </a:t>
            </a:r>
            <a:br>
              <a:rPr lang="en-US" sz="1000" dirty="0">
                <a:latin typeface="Helvetica Neue"/>
                <a:cs typeface="Helvetica Neue"/>
              </a:rPr>
            </a:br>
            <a:r>
              <a:rPr lang="en-US" sz="1000" i="1" dirty="0">
                <a:latin typeface="Helvetica Neue"/>
                <a:cs typeface="Helvetica Neue"/>
              </a:rPr>
              <a:t>(Hint: Consider your current offerings and how they delver value, changes in the market, delivery channels, competitive threats and customer behavior.)</a:t>
            </a:r>
            <a:endParaRPr lang="en-US" sz="1000" i="1" dirty="0">
              <a:latin typeface="Helvetica Neue"/>
              <a:cs typeface="Helvetica Neue"/>
            </a:endParaRPr>
          </a:p>
        </p:txBody>
      </p:sp>
      <p:sp>
        <p:nvSpPr>
          <p:cNvPr id="14" name="Rectangle 13"/>
          <p:cNvSpPr/>
          <p:nvPr/>
        </p:nvSpPr>
        <p:spPr bwMode="auto">
          <a:xfrm>
            <a:off x="9677400" y="1066800"/>
            <a:ext cx="5419725" cy="27432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Business Outcomes </a:t>
            </a:r>
            <a:br>
              <a:rPr lang="en-US" sz="2000" b="1" dirty="0">
                <a:latin typeface="Helvetica Neue"/>
                <a:cs typeface="Helvetica Neue"/>
              </a:rPr>
            </a:br>
            <a:r>
              <a:rPr lang="en-US" sz="1000" dirty="0">
                <a:latin typeface="Helvetica Neue"/>
                <a:cs typeface="Helvetica Neue"/>
              </a:rPr>
              <a:t>How will you know you solved the business problem? What will you measure? </a:t>
            </a:r>
            <a:endParaRPr lang="en-US" sz="1000" dirty="0">
              <a:latin typeface="Helvetica Neue"/>
              <a:cs typeface="Helvetica Neue"/>
            </a:endParaRPr>
          </a:p>
          <a:p>
            <a:pPr>
              <a:defRPr/>
            </a:pPr>
            <a:r>
              <a:rPr lang="en-US" sz="1000" i="1" dirty="0">
                <a:latin typeface="Helvetica Neue"/>
                <a:cs typeface="Helvetica Neue"/>
              </a:rPr>
              <a:t>(Hint: </a:t>
            </a:r>
            <a:r>
              <a:rPr lang="en-US" sz="1000" dirty="0">
                <a:latin typeface="Helvetica Neue"/>
                <a:cs typeface="Helvetica Neue"/>
              </a:rPr>
              <a:t>What will people/users be doing differently if your solutions work? </a:t>
            </a:r>
            <a:r>
              <a:rPr lang="en-US" sz="1000" i="1" dirty="0">
                <a:latin typeface="Helvetica Neue"/>
                <a:cs typeface="Helvetica Neue"/>
              </a:rPr>
              <a:t>Consider metrics that indicate customer success like average order value, time on site, and retention rate.) </a:t>
            </a:r>
            <a:endParaRPr lang="en-US" sz="1000" i="1" dirty="0">
              <a:latin typeface="Helvetica Neue"/>
              <a:cs typeface="Helvetica Neue"/>
            </a:endParaRPr>
          </a:p>
        </p:txBody>
      </p:sp>
      <p:sp>
        <p:nvSpPr>
          <p:cNvPr id="26637" name="Rectangle 15"/>
          <p:cNvSpPr>
            <a:spLocks noChangeArrowheads="1"/>
          </p:cNvSpPr>
          <p:nvPr/>
        </p:nvSpPr>
        <p:spPr bwMode="auto">
          <a:xfrm>
            <a:off x="4800600" y="325438"/>
            <a:ext cx="7772400" cy="547687"/>
          </a:xfrm>
          <a:prstGeom prst="rect">
            <a:avLst/>
          </a:prstGeom>
          <a:solidFill>
            <a:schemeClr val="bg1"/>
          </a:solidFill>
          <a:ln>
            <a:noFill/>
          </a:ln>
        </p:spPr>
        <p:txBody>
          <a:bodyPr/>
          <a:lstStyle/>
          <a:p>
            <a:pPr defTabSz="1463675"/>
            <a:r>
              <a:rPr lang="en-US" sz="1000" dirty="0">
                <a:latin typeface="Helvetica Neue" charset="0"/>
                <a:cs typeface="Helvetica Neue" charset="0"/>
              </a:rPr>
              <a:t>Title of initiative:</a:t>
            </a:r>
            <a:endParaRPr lang="en-US" sz="1000" dirty="0">
              <a:latin typeface="Helvetica Neue" charset="0"/>
              <a:cs typeface="Helvetica Neue" charset="0"/>
            </a:endParaRPr>
          </a:p>
        </p:txBody>
      </p:sp>
      <p:sp>
        <p:nvSpPr>
          <p:cNvPr id="26638" name="Rectangle 17"/>
          <p:cNvSpPr>
            <a:spLocks noChangeArrowheads="1"/>
          </p:cNvSpPr>
          <p:nvPr/>
        </p:nvSpPr>
        <p:spPr bwMode="auto">
          <a:xfrm>
            <a:off x="12801600" y="352425"/>
            <a:ext cx="2286000" cy="228600"/>
          </a:xfrm>
          <a:prstGeom prst="rect">
            <a:avLst/>
          </a:prstGeom>
          <a:solidFill>
            <a:schemeClr val="bg1"/>
          </a:solidFill>
          <a:ln>
            <a:noFill/>
          </a:ln>
        </p:spPr>
        <p:txBody>
          <a:bodyPr/>
          <a:lstStyle/>
          <a:p>
            <a:pPr defTabSz="1463675"/>
            <a:r>
              <a:rPr lang="en-US" sz="1000">
                <a:latin typeface="Helvetica Neue" charset="0"/>
                <a:cs typeface="Helvetica Neue" charset="0"/>
              </a:rPr>
              <a:t>Date:</a:t>
            </a:r>
            <a:endParaRPr lang="en-US" sz="1000">
              <a:latin typeface="Helvetica Neue" charset="0"/>
              <a:cs typeface="Helvetica Neue" charset="0"/>
            </a:endParaRPr>
          </a:p>
        </p:txBody>
      </p:sp>
      <p:sp>
        <p:nvSpPr>
          <p:cNvPr id="26639" name="Rectangle 18"/>
          <p:cNvSpPr>
            <a:spLocks noChangeArrowheads="1"/>
          </p:cNvSpPr>
          <p:nvPr/>
        </p:nvSpPr>
        <p:spPr bwMode="auto">
          <a:xfrm>
            <a:off x="12801600" y="644525"/>
            <a:ext cx="2286000" cy="228600"/>
          </a:xfrm>
          <a:prstGeom prst="rect">
            <a:avLst/>
          </a:prstGeom>
          <a:solidFill>
            <a:schemeClr val="bg1"/>
          </a:solidFill>
          <a:ln>
            <a:noFill/>
          </a:ln>
        </p:spPr>
        <p:txBody>
          <a:bodyPr/>
          <a:lstStyle/>
          <a:p>
            <a:pPr defTabSz="1463675"/>
            <a:r>
              <a:rPr lang="en-US" sz="1000">
                <a:latin typeface="Helvetica Neue" charset="0"/>
                <a:cs typeface="Helvetica Neue" charset="0"/>
              </a:rPr>
              <a:t>Iteration:</a:t>
            </a:r>
            <a:endParaRPr lang="en-US" sz="1000">
              <a:latin typeface="Helvetica Neue" charset="0"/>
              <a:cs typeface="Helvetica Neue" charset="0"/>
            </a:endParaRPr>
          </a:p>
        </p:txBody>
      </p:sp>
      <p:sp>
        <p:nvSpPr>
          <p:cNvPr id="20" name="TextBox 19"/>
          <p:cNvSpPr txBox="1"/>
          <p:nvPr/>
        </p:nvSpPr>
        <p:spPr>
          <a:xfrm>
            <a:off x="7200900" y="2976563"/>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5</a:t>
            </a:r>
            <a:endParaRPr lang="en-US" sz="13200" dirty="0">
              <a:solidFill>
                <a:schemeClr val="bg1">
                  <a:lumMod val="85000"/>
                </a:schemeClr>
              </a:solidFill>
              <a:latin typeface="Helvetica Neue"/>
              <a:cs typeface="Helvetica Neue"/>
            </a:endParaRPr>
          </a:p>
        </p:txBody>
      </p:sp>
      <p:sp>
        <p:nvSpPr>
          <p:cNvPr id="22" name="TextBox 21"/>
          <p:cNvSpPr txBox="1"/>
          <p:nvPr/>
        </p:nvSpPr>
        <p:spPr>
          <a:xfrm>
            <a:off x="2811463" y="4429125"/>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3</a:t>
            </a:r>
            <a:endParaRPr lang="en-US" sz="13200" dirty="0">
              <a:solidFill>
                <a:schemeClr val="bg1">
                  <a:lumMod val="85000"/>
                </a:schemeClr>
              </a:solidFill>
              <a:latin typeface="Helvetica Neue"/>
              <a:cs typeface="Helvetica Neue"/>
            </a:endParaRPr>
          </a:p>
        </p:txBody>
      </p:sp>
      <p:sp>
        <p:nvSpPr>
          <p:cNvPr id="23" name="TextBox 22"/>
          <p:cNvSpPr txBox="1"/>
          <p:nvPr/>
        </p:nvSpPr>
        <p:spPr>
          <a:xfrm>
            <a:off x="11582400" y="7663512"/>
            <a:ext cx="1087347" cy="2124075"/>
          </a:xfrm>
          <a:prstGeom prst="rect">
            <a:avLst/>
          </a:prstGeom>
          <a:noFill/>
        </p:spPr>
        <p:txBody>
          <a:bodyPr wrap="square">
            <a:spAutoFit/>
          </a:bodyPr>
          <a:lstStyle/>
          <a:p>
            <a:pPr>
              <a:defRPr/>
            </a:pPr>
            <a:r>
              <a:rPr lang="en-US" sz="13200" dirty="0">
                <a:solidFill>
                  <a:schemeClr val="bg1">
                    <a:lumMod val="85000"/>
                  </a:schemeClr>
                </a:solidFill>
                <a:latin typeface="Helvetica Neue"/>
                <a:cs typeface="Helvetica Neue"/>
              </a:rPr>
              <a:t>8</a:t>
            </a:r>
            <a:endParaRPr lang="en-US" sz="13200" dirty="0">
              <a:solidFill>
                <a:schemeClr val="bg1">
                  <a:lumMod val="85000"/>
                </a:schemeClr>
              </a:solidFill>
              <a:latin typeface="Helvetica Neue"/>
              <a:cs typeface="Helvetica Neue"/>
            </a:endParaRPr>
          </a:p>
        </p:txBody>
      </p:sp>
      <p:sp>
        <p:nvSpPr>
          <p:cNvPr id="24" name="TextBox 23"/>
          <p:cNvSpPr txBox="1"/>
          <p:nvPr/>
        </p:nvSpPr>
        <p:spPr>
          <a:xfrm>
            <a:off x="2743200" y="1704994"/>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1</a:t>
            </a:r>
            <a:endParaRPr lang="en-US" sz="13200" dirty="0">
              <a:solidFill>
                <a:schemeClr val="bg1">
                  <a:lumMod val="85000"/>
                </a:schemeClr>
              </a:solidFill>
              <a:latin typeface="Helvetica Neue"/>
              <a:cs typeface="Helvetica Neue"/>
            </a:endParaRPr>
          </a:p>
        </p:txBody>
      </p:sp>
      <p:sp>
        <p:nvSpPr>
          <p:cNvPr id="25" name="TextBox 24"/>
          <p:cNvSpPr txBox="1"/>
          <p:nvPr/>
        </p:nvSpPr>
        <p:spPr>
          <a:xfrm>
            <a:off x="2811463" y="7663512"/>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6</a:t>
            </a:r>
            <a:endParaRPr lang="en-US" sz="13200" dirty="0">
              <a:solidFill>
                <a:schemeClr val="bg1">
                  <a:lumMod val="85000"/>
                </a:schemeClr>
              </a:solidFill>
              <a:latin typeface="Helvetica Neue"/>
              <a:cs typeface="Helvetica Neue"/>
            </a:endParaRPr>
          </a:p>
        </p:txBody>
      </p:sp>
      <p:sp>
        <p:nvSpPr>
          <p:cNvPr id="26" name="TextBox 25"/>
          <p:cNvSpPr txBox="1"/>
          <p:nvPr/>
        </p:nvSpPr>
        <p:spPr>
          <a:xfrm>
            <a:off x="11590335" y="4476218"/>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4</a:t>
            </a:r>
            <a:endParaRPr lang="en-US" sz="13200" dirty="0">
              <a:solidFill>
                <a:schemeClr val="bg1">
                  <a:lumMod val="85000"/>
                </a:schemeClr>
              </a:solidFill>
              <a:latin typeface="Helvetica Neue"/>
              <a:cs typeface="Helvetica Neue"/>
            </a:endParaRPr>
          </a:p>
        </p:txBody>
      </p:sp>
      <p:sp>
        <p:nvSpPr>
          <p:cNvPr id="27" name="TextBox 26"/>
          <p:cNvSpPr txBox="1"/>
          <p:nvPr/>
        </p:nvSpPr>
        <p:spPr>
          <a:xfrm>
            <a:off x="7162800" y="7663512"/>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7</a:t>
            </a:r>
            <a:endParaRPr lang="en-US" sz="13200" dirty="0">
              <a:solidFill>
                <a:schemeClr val="bg1">
                  <a:lumMod val="85000"/>
                </a:schemeClr>
              </a:solidFill>
              <a:latin typeface="Helvetica Neue"/>
              <a:cs typeface="Helvetica Neue"/>
            </a:endParaRPr>
          </a:p>
        </p:txBody>
      </p:sp>
      <p:sp>
        <p:nvSpPr>
          <p:cNvPr id="28" name="TextBox 27"/>
          <p:cNvSpPr txBox="1"/>
          <p:nvPr/>
        </p:nvSpPr>
        <p:spPr>
          <a:xfrm>
            <a:off x="11658599" y="1699031"/>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2</a:t>
            </a:r>
            <a:endParaRPr lang="en-US" sz="13200" dirty="0">
              <a:solidFill>
                <a:schemeClr val="bg1">
                  <a:lumMod val="85000"/>
                </a:schemeClr>
              </a:solidFill>
              <a:latin typeface="Helvetica Neue"/>
              <a:cs typeface="Helvetica Neue"/>
            </a:endParaRPr>
          </a:p>
        </p:txBody>
      </p:sp>
      <p:sp>
        <p:nvSpPr>
          <p:cNvPr id="13" name="TextBox 12"/>
          <p:cNvSpPr txBox="1"/>
          <p:nvPr/>
        </p:nvSpPr>
        <p:spPr>
          <a:xfrm>
            <a:off x="1432216" y="9672935"/>
            <a:ext cx="13664910" cy="461665"/>
          </a:xfrm>
          <a:prstGeom prst="rect">
            <a:avLst/>
          </a:prstGeom>
          <a:noFill/>
        </p:spPr>
        <p:txBody>
          <a:bodyPr wrap="square" rtlCol="0">
            <a:spAutoFit/>
          </a:bodyPr>
          <a:lstStyle/>
          <a:p>
            <a:r>
              <a:rPr lang="en-US" sz="1600" dirty="0">
                <a:latin typeface="Helvetica Neue" charset="0"/>
                <a:ea typeface="Helvetica Neue" charset="0"/>
                <a:cs typeface="Helvetica Neue" charset="0"/>
              </a:rPr>
              <a:t>Download this canvas at: </a:t>
            </a:r>
            <a:r>
              <a:rPr lang="en-US" sz="1600" b="1" u="sng" dirty="0">
                <a:latin typeface="Helvetica Neue" charset="0"/>
                <a:ea typeface="Helvetica Neue" charset="0"/>
                <a:cs typeface="Helvetica Neue" charset="0"/>
              </a:rPr>
              <a:t>www.jeffgothelf.com/blog/leanuxcanvas-v2</a:t>
            </a:r>
            <a:r>
              <a:rPr lang="en-US" sz="1600" dirty="0">
                <a:latin typeface="Helvetica Neue" charset="0"/>
                <a:ea typeface="Helvetica Neue" charset="0"/>
                <a:cs typeface="Helvetica Neue" charset="0"/>
              </a:rPr>
              <a:t>  </a:t>
            </a:r>
            <a:r>
              <a:rPr lang="en-US" sz="2400" dirty="0">
                <a:solidFill>
                  <a:srgbClr val="FF0000"/>
                </a:solidFill>
                <a:latin typeface="Helvetica Neue" charset="0"/>
                <a:ea typeface="Helvetica Neue" charset="0"/>
                <a:cs typeface="Helvetica Neue" charset="0"/>
              </a:rPr>
              <a:t>	</a:t>
            </a:r>
            <a:endParaRPr lang="en-US" sz="2400" dirty="0">
              <a:solidFill>
                <a:srgbClr val="FF0000"/>
              </a:solidFill>
              <a:latin typeface="Helvetica Neue" charset="0"/>
              <a:ea typeface="Helvetica Neue" charset="0"/>
              <a:cs typeface="Helvetica Neue" charset="0"/>
            </a:endParaRPr>
          </a:p>
        </p:txBody>
      </p:sp>
      <p:pic>
        <p:nvPicPr>
          <p:cNvPr id="15" name="Picture 14"/>
          <p:cNvPicPr>
            <a:picLocks noChangeAspect="1"/>
          </p:cNvPicPr>
          <p:nvPr/>
        </p:nvPicPr>
        <p:blipFill>
          <a:blip r:embed="rId1"/>
          <a:stretch>
            <a:fillRect/>
          </a:stretch>
        </p:blipFill>
        <p:spPr>
          <a:xfrm>
            <a:off x="406690" y="9834274"/>
            <a:ext cx="1016000" cy="190500"/>
          </a:xfrm>
          <a:prstGeom prst="rect">
            <a:avLst/>
          </a:prstGeom>
        </p:spPr>
      </p:pic>
      <p:sp>
        <p:nvSpPr>
          <p:cNvPr id="10" name="Rectangle 9"/>
          <p:cNvSpPr/>
          <p:nvPr/>
        </p:nvSpPr>
        <p:spPr bwMode="auto">
          <a:xfrm>
            <a:off x="5867399" y="7010400"/>
            <a:ext cx="3809999" cy="27305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What’s the most important thing we need to learn first?</a:t>
            </a:r>
            <a:endParaRPr lang="en-US" sz="2000" b="1" dirty="0">
              <a:latin typeface="Helvetica Neue"/>
              <a:cs typeface="Helvetica Neue"/>
            </a:endParaRPr>
          </a:p>
          <a:p>
            <a:pPr>
              <a:defRPr/>
            </a:pPr>
            <a:r>
              <a:rPr lang="en-US" sz="1000" dirty="0">
                <a:latin typeface="Helvetica Neue"/>
                <a:cs typeface="Helvetica Neue"/>
              </a:rPr>
              <a:t>For each hypothesis from Box 6, identify its riskiest assumptions. Then determine the riskiest one right now. This is the assumption that will cause the entire idea to fail if it’s wrong. </a:t>
            </a:r>
            <a:endParaRPr lang="en-US" sz="1000" dirty="0">
              <a:latin typeface="Helvetica Neue"/>
              <a:cs typeface="Helvetica Neue"/>
            </a:endParaRPr>
          </a:p>
          <a:p>
            <a:pPr>
              <a:defRPr/>
            </a:pPr>
            <a:endParaRPr lang="en-US" sz="1000" dirty="0">
              <a:latin typeface="Helvetica Neue"/>
              <a:cs typeface="Helvetica Neue"/>
            </a:endParaRPr>
          </a:p>
          <a:p>
            <a:pPr>
              <a:defRPr/>
            </a:pPr>
            <a:r>
              <a:rPr lang="en-US" sz="1000" i="1" dirty="0">
                <a:latin typeface="Helvetica Neue"/>
                <a:cs typeface="Helvetica Neue"/>
              </a:rPr>
              <a:t>(Hint: In the early stages of a hypothesis focus on risks to value rather than feasibility.) </a:t>
            </a:r>
            <a:endParaRPr lang="en-US" sz="1000" i="1" dirty="0">
              <a:latin typeface="Helvetica Neue"/>
              <a:cs typeface="Helvetica Neue"/>
            </a:endParaRPr>
          </a:p>
        </p:txBody>
      </p:sp>
      <p:sp>
        <p:nvSpPr>
          <p:cNvPr id="29" name="Rectangle 28"/>
          <p:cNvSpPr/>
          <p:nvPr/>
        </p:nvSpPr>
        <p:spPr bwMode="auto">
          <a:xfrm>
            <a:off x="486064" y="1066800"/>
            <a:ext cx="5371811" cy="5917387"/>
          </a:xfrm>
          <a:prstGeom prst="rect">
            <a:avLst/>
          </a:prstGeom>
          <a:solidFill>
            <a:srgbClr val="FF0000">
              <a:alpha val="19000"/>
            </a:srgbClr>
          </a:solidFill>
          <a:ln w="3175" cap="flat" cmpd="sng" algn="ctr">
            <a:solidFill>
              <a:srgbClr val="80808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1463675" rtl="0" eaLnBrk="1" fontAlgn="base" latinLnBrk="0" hangingPunct="1">
              <a:lnSpc>
                <a:spcPct val="100000"/>
              </a:lnSpc>
              <a:spcBef>
                <a:spcPct val="0"/>
              </a:spcBef>
              <a:spcAft>
                <a:spcPct val="0"/>
              </a:spcAft>
              <a:buClrTx/>
              <a:buSzTx/>
              <a:buFontTx/>
              <a:buNone/>
            </a:pPr>
            <a:endParaRPr kumimoji="0" lang="es-ES" sz="2900" b="0" i="0" u="none" strike="noStrike" cap="none" normalizeH="0" baseline="0" dirty="0">
              <a:ln>
                <a:noFill/>
              </a:ln>
              <a:solidFill>
                <a:schemeClr val="tx1"/>
              </a:solidFill>
              <a:effectLst/>
              <a:latin typeface="Arial" panose="020B0604020202020204" pitchFamily="34" charset="0"/>
            </a:endParaRPr>
          </a:p>
        </p:txBody>
      </p:sp>
      <p:sp>
        <p:nvSpPr>
          <p:cNvPr id="30" name="Rectangle 29"/>
          <p:cNvSpPr/>
          <p:nvPr/>
        </p:nvSpPr>
        <p:spPr bwMode="auto">
          <a:xfrm>
            <a:off x="9677398" y="1066800"/>
            <a:ext cx="5371811" cy="5917387"/>
          </a:xfrm>
          <a:prstGeom prst="rect">
            <a:avLst/>
          </a:prstGeom>
          <a:solidFill>
            <a:srgbClr val="FF0000">
              <a:alpha val="19000"/>
            </a:srgbClr>
          </a:solidFill>
          <a:ln w="3175" cap="flat" cmpd="sng" algn="ctr">
            <a:solidFill>
              <a:srgbClr val="80808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1463675" rtl="0" eaLnBrk="1" fontAlgn="base" latinLnBrk="0" hangingPunct="1">
              <a:lnSpc>
                <a:spcPct val="100000"/>
              </a:lnSpc>
              <a:spcBef>
                <a:spcPct val="0"/>
              </a:spcBef>
              <a:spcAft>
                <a:spcPct val="0"/>
              </a:spcAft>
              <a:buClrTx/>
              <a:buSzTx/>
              <a:buFontTx/>
              <a:buNone/>
            </a:pPr>
            <a:endParaRPr kumimoji="0" lang="es-ES" sz="2900" b="0" i="0" u="none" strike="noStrike" cap="none" normalizeH="0" baseline="0" dirty="0">
              <a:ln>
                <a:noFill/>
              </a:ln>
              <a:solidFill>
                <a:schemeClr val="tx1"/>
              </a:solidFill>
              <a:effectLst/>
              <a:latin typeface="Arial" panose="020B0604020202020204" pitchFamily="34" charset="0"/>
            </a:endParaRPr>
          </a:p>
        </p:txBody>
      </p:sp>
      <p:sp>
        <p:nvSpPr>
          <p:cNvPr id="31" name="Rectangle 30"/>
          <p:cNvSpPr/>
          <p:nvPr/>
        </p:nvSpPr>
        <p:spPr bwMode="auto">
          <a:xfrm>
            <a:off x="5886738" y="1083112"/>
            <a:ext cx="3752269" cy="5917387"/>
          </a:xfrm>
          <a:prstGeom prst="rect">
            <a:avLst/>
          </a:prstGeom>
          <a:solidFill>
            <a:srgbClr val="00B0F0">
              <a:alpha val="20000"/>
            </a:srgbClr>
          </a:solidFill>
          <a:ln w="3175" cap="flat" cmpd="sng" algn="ctr">
            <a:solidFill>
              <a:srgbClr val="80808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1463675" rtl="0" eaLnBrk="1" fontAlgn="base" latinLnBrk="0" hangingPunct="1">
              <a:lnSpc>
                <a:spcPct val="100000"/>
              </a:lnSpc>
              <a:spcBef>
                <a:spcPct val="0"/>
              </a:spcBef>
              <a:spcAft>
                <a:spcPct val="0"/>
              </a:spcAft>
              <a:buClrTx/>
              <a:buSzTx/>
              <a:buFontTx/>
              <a:buNone/>
            </a:pPr>
            <a:endParaRPr kumimoji="0" lang="es-ES" sz="2900" b="0" i="0" u="none" strike="noStrike" cap="none" normalizeH="0" baseline="0" dirty="0">
              <a:ln>
                <a:noFill/>
              </a:ln>
              <a:solidFill>
                <a:schemeClr val="tx1"/>
              </a:solidFill>
              <a:effectLst/>
              <a:latin typeface="Arial" panose="020B0604020202020204" pitchFamily="34" charset="0"/>
            </a:endParaRPr>
          </a:p>
        </p:txBody>
      </p:sp>
      <p:sp>
        <p:nvSpPr>
          <p:cNvPr id="32" name="Right Arrow 31"/>
          <p:cNvSpPr/>
          <p:nvPr/>
        </p:nvSpPr>
        <p:spPr bwMode="auto">
          <a:xfrm>
            <a:off x="4783818" y="3030975"/>
            <a:ext cx="5958107" cy="1500544"/>
          </a:xfrm>
          <a:prstGeom prst="rightArrow">
            <a:avLst/>
          </a:prstGeom>
          <a:solidFill>
            <a:schemeClr val="bg1">
              <a:alpha val="43000"/>
            </a:schemeClr>
          </a:solidFill>
          <a:ln w="317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1463675" rtl="0" eaLnBrk="1" fontAlgn="base" latinLnBrk="0" hangingPunct="1">
              <a:lnSpc>
                <a:spcPct val="100000"/>
              </a:lnSpc>
              <a:spcBef>
                <a:spcPct val="0"/>
              </a:spcBef>
              <a:spcAft>
                <a:spcPct val="0"/>
              </a:spcAft>
              <a:buClrTx/>
              <a:buSzTx/>
              <a:buFontTx/>
              <a:buNone/>
            </a:pPr>
            <a:endParaRPr kumimoji="0" lang="es-ES" sz="2900" b="0" i="0" u="none" strike="noStrike" cap="none" normalizeH="0" baseline="0">
              <a:ln>
                <a:noFill/>
              </a:ln>
              <a:solidFill>
                <a:schemeClr val="tx1"/>
              </a:solidFill>
              <a:effectLst/>
              <a:latin typeface="Arial" panose="020B0604020202020204" pitchFamily="34" charset="0"/>
            </a:endParaRPr>
          </a:p>
        </p:txBody>
      </p:sp>
      <p:sp>
        <p:nvSpPr>
          <p:cNvPr id="33" name="Rectangle 32"/>
          <p:cNvSpPr/>
          <p:nvPr/>
        </p:nvSpPr>
        <p:spPr bwMode="auto">
          <a:xfrm>
            <a:off x="495589" y="7026275"/>
            <a:ext cx="14553620" cy="2685872"/>
          </a:xfrm>
          <a:prstGeom prst="rect">
            <a:avLst/>
          </a:prstGeom>
          <a:solidFill>
            <a:srgbClr val="00B050">
              <a:alpha val="19000"/>
            </a:srgbClr>
          </a:solidFill>
          <a:ln w="3175" cap="flat" cmpd="sng" algn="ctr">
            <a:solidFill>
              <a:srgbClr val="80808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1463675" rtl="0" eaLnBrk="1" fontAlgn="base" latinLnBrk="0" hangingPunct="1">
              <a:lnSpc>
                <a:spcPct val="100000"/>
              </a:lnSpc>
              <a:spcBef>
                <a:spcPct val="0"/>
              </a:spcBef>
              <a:spcAft>
                <a:spcPct val="0"/>
              </a:spcAft>
              <a:buClrTx/>
              <a:buSzTx/>
              <a:buFontTx/>
              <a:buNone/>
            </a:pPr>
            <a:endParaRPr kumimoji="0" lang="es-ES" sz="2900" b="0" i="0" u="none" strike="noStrike" cap="none" normalizeH="0" baseline="0" dirty="0">
              <a:ln>
                <a:noFill/>
              </a:ln>
              <a:solidFill>
                <a:schemeClr val="tx1"/>
              </a:solidFill>
              <a:effectLst/>
              <a:latin typeface="Arial" panose="020B0604020202020204" pitchFamily="34" charset="0"/>
            </a:endParaRPr>
          </a:p>
        </p:txBody>
      </p:sp>
      <p:sp>
        <p:nvSpPr>
          <p:cNvPr id="34" name="TextBox 33"/>
          <p:cNvSpPr txBox="1"/>
          <p:nvPr/>
        </p:nvSpPr>
        <p:spPr>
          <a:xfrm>
            <a:off x="2260854" y="2978210"/>
            <a:ext cx="1822230" cy="1446550"/>
          </a:xfrm>
          <a:prstGeom prst="rect">
            <a:avLst/>
          </a:prstGeom>
          <a:noFill/>
        </p:spPr>
        <p:txBody>
          <a:bodyPr wrap="none" rtlCol="0">
            <a:spAutoFit/>
          </a:bodyPr>
          <a:lstStyle/>
          <a:p>
            <a:r>
              <a:rPr lang="es-ES" sz="8800" dirty="0">
                <a:solidFill>
                  <a:schemeClr val="bg1"/>
                </a:solidFill>
                <a:effectLst>
                  <a:outerShdw blurRad="50800" dist="38100" dir="2700000" algn="tl" rotWithShape="0">
                    <a:prstClr val="black">
                      <a:alpha val="40000"/>
                    </a:prstClr>
                  </a:outerShdw>
                </a:effectLst>
                <a:latin typeface="DIN Condensed" pitchFamily="2" charset="0"/>
              </a:rPr>
              <a:t>NOW</a:t>
            </a:r>
            <a:endParaRPr lang="es-ES" sz="8800" dirty="0">
              <a:solidFill>
                <a:schemeClr val="bg1"/>
              </a:solidFill>
              <a:effectLst>
                <a:outerShdw blurRad="50800" dist="38100" dir="2700000" algn="tl" rotWithShape="0">
                  <a:prstClr val="black">
                    <a:alpha val="40000"/>
                  </a:prstClr>
                </a:outerShdw>
              </a:effectLst>
              <a:latin typeface="DIN Condensed" pitchFamily="2" charset="0"/>
            </a:endParaRPr>
          </a:p>
        </p:txBody>
      </p:sp>
      <p:sp>
        <p:nvSpPr>
          <p:cNvPr id="35" name="TextBox 34"/>
          <p:cNvSpPr txBox="1"/>
          <p:nvPr/>
        </p:nvSpPr>
        <p:spPr>
          <a:xfrm>
            <a:off x="5950860" y="2386548"/>
            <a:ext cx="3460128" cy="3785652"/>
          </a:xfrm>
          <a:prstGeom prst="rect">
            <a:avLst/>
          </a:prstGeom>
          <a:noFill/>
        </p:spPr>
        <p:txBody>
          <a:bodyPr wrap="square" rtlCol="0">
            <a:spAutoFit/>
          </a:bodyPr>
          <a:lstStyle/>
          <a:p>
            <a:r>
              <a:rPr lang="es-ES" sz="6000" dirty="0">
                <a:solidFill>
                  <a:schemeClr val="bg1"/>
                </a:solidFill>
                <a:effectLst>
                  <a:outerShdw blurRad="50800" dist="38100" dir="2700000" algn="tl" rotWithShape="0">
                    <a:prstClr val="black">
                      <a:alpha val="40000"/>
                    </a:prstClr>
                  </a:outerShdw>
                </a:effectLst>
                <a:latin typeface="DIN Condensed" pitchFamily="2" charset="0"/>
              </a:rPr>
              <a:t>HOW DO WE THINK WE WILL GET THERE?</a:t>
            </a:r>
            <a:endParaRPr lang="es-ES" sz="6000" dirty="0">
              <a:solidFill>
                <a:schemeClr val="bg1"/>
              </a:solidFill>
              <a:effectLst>
                <a:outerShdw blurRad="50800" dist="38100" dir="2700000" algn="tl" rotWithShape="0">
                  <a:prstClr val="black">
                    <a:alpha val="40000"/>
                  </a:prstClr>
                </a:outerShdw>
              </a:effectLst>
              <a:latin typeface="DIN Condensed" pitchFamily="2" charset="0"/>
            </a:endParaRPr>
          </a:p>
        </p:txBody>
      </p:sp>
      <p:sp>
        <p:nvSpPr>
          <p:cNvPr id="36" name="TextBox 35"/>
          <p:cNvSpPr txBox="1"/>
          <p:nvPr/>
        </p:nvSpPr>
        <p:spPr>
          <a:xfrm>
            <a:off x="591137" y="7719764"/>
            <a:ext cx="14362522" cy="1446550"/>
          </a:xfrm>
          <a:prstGeom prst="rect">
            <a:avLst/>
          </a:prstGeom>
          <a:noFill/>
        </p:spPr>
        <p:txBody>
          <a:bodyPr wrap="none" rtlCol="0">
            <a:spAutoFit/>
          </a:bodyPr>
          <a:lstStyle/>
          <a:p>
            <a:r>
              <a:rPr lang="es-ES" sz="8800" dirty="0">
                <a:solidFill>
                  <a:schemeClr val="bg1"/>
                </a:solidFill>
                <a:effectLst>
                  <a:outerShdw blurRad="50800" dist="38100" dir="2700000" algn="tl" rotWithShape="0">
                    <a:prstClr val="black">
                      <a:alpha val="40000"/>
                    </a:prstClr>
                  </a:outerShdw>
                </a:effectLst>
                <a:latin typeface="DIN Condensed" pitchFamily="2" charset="0"/>
              </a:rPr>
              <a:t>HOW WILL WE FIND OUT IF WE’RE RIGHT?</a:t>
            </a:r>
            <a:endParaRPr lang="es-ES" sz="8800" dirty="0">
              <a:solidFill>
                <a:schemeClr val="bg1"/>
              </a:solidFill>
              <a:effectLst>
                <a:outerShdw blurRad="50800" dist="38100" dir="2700000" algn="tl" rotWithShape="0">
                  <a:prstClr val="black">
                    <a:alpha val="40000"/>
                  </a:prstClr>
                </a:outerShdw>
              </a:effectLst>
              <a:latin typeface="DIN Condensed" pitchFamily="2" charset="0"/>
            </a:endParaRPr>
          </a:p>
        </p:txBody>
      </p:sp>
      <p:sp>
        <p:nvSpPr>
          <p:cNvPr id="37" name="TextBox 36"/>
          <p:cNvSpPr txBox="1"/>
          <p:nvPr/>
        </p:nvSpPr>
        <p:spPr>
          <a:xfrm>
            <a:off x="11442659" y="3056939"/>
            <a:ext cx="2272225" cy="1446550"/>
          </a:xfrm>
          <a:prstGeom prst="rect">
            <a:avLst/>
          </a:prstGeom>
          <a:noFill/>
        </p:spPr>
        <p:txBody>
          <a:bodyPr wrap="none" rtlCol="0">
            <a:spAutoFit/>
          </a:bodyPr>
          <a:lstStyle/>
          <a:p>
            <a:r>
              <a:rPr lang="es-ES" sz="8800" dirty="0">
                <a:solidFill>
                  <a:schemeClr val="bg1"/>
                </a:solidFill>
                <a:effectLst>
                  <a:outerShdw blurRad="50800" dist="38100" dir="2700000" algn="tl" rotWithShape="0">
                    <a:prstClr val="black">
                      <a:alpha val="40000"/>
                    </a:prstClr>
                  </a:outerShdw>
                </a:effectLst>
                <a:latin typeface="DIN Condensed" pitchFamily="2" charset="0"/>
              </a:rPr>
              <a:t>LATER</a:t>
            </a:r>
            <a:endParaRPr lang="es-ES" sz="8800" dirty="0">
              <a:solidFill>
                <a:schemeClr val="bg1"/>
              </a:solidFill>
              <a:effectLst>
                <a:outerShdw blurRad="50800" dist="38100" dir="2700000" algn="tl" rotWithShape="0">
                  <a:prstClr val="black">
                    <a:alpha val="40000"/>
                  </a:prstClr>
                </a:outerShdw>
              </a:effectLst>
              <a:latin typeface="DIN Condensed" pitchFamily="2" charset="0"/>
            </a:endParaRPr>
          </a:p>
        </p:txBody>
      </p:sp>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3175" cap="flat" cmpd="sng" algn="ctr">
          <a:solidFill>
            <a:srgbClr val="808080"/>
          </a:solidFill>
          <a:prstDash val="solid"/>
          <a:round/>
          <a:headEnd type="none" w="med" len="med"/>
          <a:tailEnd type="none" w="med" len="med"/>
        </a:ln>
      </a:spPr>
      <a:bodyPr vert="horz" wrap="square" lIns="91440" tIns="45720" rIns="91440" bIns="45720" numCol="1" anchor="t" anchorCtr="0" compatLnSpc="1"/>
      <a:lstStyle>
        <a:defPPr marL="0" marR="0" indent="0" algn="l" defTabSz="1463675" rtl="0" eaLnBrk="1" fontAlgn="base" latinLnBrk="0" hangingPunct="1">
          <a:lnSpc>
            <a:spcPct val="100000"/>
          </a:lnSpc>
          <a:spcBef>
            <a:spcPct val="0"/>
          </a:spcBef>
          <a:spcAft>
            <a:spcPct val="0"/>
          </a:spcAft>
          <a:buClrTx/>
          <a:buSzTx/>
          <a:buFontTx/>
          <a:buNone/>
          <a:defRPr kumimoji="0" lang="en-US" sz="2900" b="0"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noFill/>
        <a:ln w="3175" cap="flat" cmpd="sng" algn="ctr">
          <a:solidFill>
            <a:srgbClr val="808080"/>
          </a:solidFill>
          <a:prstDash val="solid"/>
          <a:round/>
          <a:headEnd type="none" w="med" len="med"/>
          <a:tailEnd type="none" w="med" len="med"/>
        </a:ln>
      </a:spPr>
      <a:bodyPr vert="horz" wrap="square" lIns="91440" tIns="45720" rIns="91440" bIns="45720" numCol="1" anchor="t" anchorCtr="0" compatLnSpc="1"/>
      <a:lstStyle>
        <a:defPPr marL="0" marR="0" indent="0" algn="l" defTabSz="1463675" rtl="0" eaLnBrk="1" fontAlgn="base" latinLnBrk="0" hangingPunct="1">
          <a:lnSpc>
            <a:spcPct val="100000"/>
          </a:lnSpc>
          <a:spcBef>
            <a:spcPct val="0"/>
          </a:spcBef>
          <a:spcAft>
            <a:spcPct val="0"/>
          </a:spcAft>
          <a:buClrTx/>
          <a:buSzTx/>
          <a:buFontTx/>
          <a:buNone/>
          <a:defRPr kumimoji="0" lang="en-US" sz="2900" b="0"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4075</Words>
  <Application>WPS Presentation</Application>
  <PresentationFormat>Custom</PresentationFormat>
  <Paragraphs>118</Paragraphs>
  <Slides>2</Slides>
  <Notes>2</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2</vt:i4>
      </vt:variant>
    </vt:vector>
  </HeadingPairs>
  <TitlesOfParts>
    <vt:vector size="16" baseType="lpstr">
      <vt:lpstr>Arial</vt:lpstr>
      <vt:lpstr>SimSun</vt:lpstr>
      <vt:lpstr>Wingdings</vt:lpstr>
      <vt:lpstr>MS PGothic</vt:lpstr>
      <vt:lpstr>TeX Gyre Adventor</vt:lpstr>
      <vt:lpstr>MS PGothic</vt:lpstr>
      <vt:lpstr>Noto Sans CJK SC</vt:lpstr>
      <vt:lpstr>Helvetica</vt:lpstr>
      <vt:lpstr>Helvetica Neue</vt:lpstr>
      <vt:lpstr>Helvetica Neue</vt:lpstr>
      <vt:lpstr>DIN Condensed</vt:lpstr>
      <vt:lpstr>Microsoft YaHei</vt:lpstr>
      <vt:lpstr>Arial Unicode MS</vt:lpstr>
      <vt:lpstr>Default Design</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Jeff Patton</dc:creator>
  <cp:lastModifiedBy>giks</cp:lastModifiedBy>
  <cp:revision>422</cp:revision>
  <cp:lastPrinted>2026-04-01T17:27:24Z</cp:lastPrinted>
  <dcterms:created xsi:type="dcterms:W3CDTF">2026-04-01T17:27:24Z</dcterms:created>
  <dcterms:modified xsi:type="dcterms:W3CDTF">2026-04-01T17:27:24Z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
  </property>
  <property fmtid="{D5CDD505-2E9C-101B-9397-08002B2CF9AE}" pid="3" name="KSOProductBuildVer">
    <vt:lpwstr>1033-11.1.0.11723</vt:lpwstr>
  </property>
</Properties>
</file>